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61" r:id="rId4"/>
    <p:sldId id="284" r:id="rId5"/>
    <p:sldId id="278" r:id="rId6"/>
    <p:sldId id="279" r:id="rId7"/>
    <p:sldId id="264" r:id="rId8"/>
    <p:sldId id="272" r:id="rId9"/>
    <p:sldId id="280" r:id="rId10"/>
    <p:sldId id="259" r:id="rId11"/>
    <p:sldId id="270" r:id="rId12"/>
    <p:sldId id="266" r:id="rId13"/>
    <p:sldId id="271" r:id="rId14"/>
    <p:sldId id="267" r:id="rId15"/>
    <p:sldId id="268" r:id="rId16"/>
    <p:sldId id="274" r:id="rId17"/>
    <p:sldId id="281" r:id="rId18"/>
    <p:sldId id="282" r:id="rId19"/>
    <p:sldId id="283" r:id="rId20"/>
    <p:sldId id="258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7E5D04-8588-4C35-A33D-BADFBC8F01F3}" v="37" dt="2025-12-18T10:32:49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ne Beyl" userId="S::senne.beyl@ugent.be::fab91422-8708-4b88-b510-607ed1544099" providerId="AD" clId="Web-{4F07DAF4-6C41-8DB1-6F86-5970D2855C43}"/>
    <pc:docChg chg="modSld">
      <pc:chgData name="Senne Beyl" userId="S::senne.beyl@ugent.be::fab91422-8708-4b88-b510-607ed1544099" providerId="AD" clId="Web-{4F07DAF4-6C41-8DB1-6F86-5970D2855C43}" dt="2025-12-14T13:22:30.116" v="0" actId="20577"/>
      <pc:docMkLst>
        <pc:docMk/>
      </pc:docMkLst>
      <pc:sldChg chg="modSp">
        <pc:chgData name="Senne Beyl" userId="S::senne.beyl@ugent.be::fab91422-8708-4b88-b510-607ed1544099" providerId="AD" clId="Web-{4F07DAF4-6C41-8DB1-6F86-5970D2855C43}" dt="2025-12-14T13:22:30.116" v="0" actId="20577"/>
        <pc:sldMkLst>
          <pc:docMk/>
          <pc:sldMk cId="2007021407" sldId="259"/>
        </pc:sldMkLst>
        <pc:spChg chg="mod">
          <ac:chgData name="Senne Beyl" userId="S::senne.beyl@ugent.be::fab91422-8708-4b88-b510-607ed1544099" providerId="AD" clId="Web-{4F07DAF4-6C41-8DB1-6F86-5970D2855C43}" dt="2025-12-14T13:22:30.116" v="0" actId="20577"/>
          <ac:spMkLst>
            <pc:docMk/>
            <pc:sldMk cId="2007021407" sldId="259"/>
            <ac:spMk id="6" creationId="{D3C08F4D-384D-8CD2-3F36-2194807DF6C2}"/>
          </ac:spMkLst>
        </pc:spChg>
      </pc:sldChg>
    </pc:docChg>
  </pc:docChgLst>
  <pc:docChgLst>
    <pc:chgData name="Maxime Ramon" userId="S::maxime.ramon@ugent.be::27e79037-1349-45c8-a957-21861299f483" providerId="AD" clId="Web-{6753E558-309F-1B66-6AD4-978222B5511A}"/>
    <pc:docChg chg="addSld delSld modSld sldOrd">
      <pc:chgData name="Maxime Ramon" userId="S::maxime.ramon@ugent.be::27e79037-1349-45c8-a957-21861299f483" providerId="AD" clId="Web-{6753E558-309F-1B66-6AD4-978222B5511A}" dt="2025-12-14T14:13:33.003" v="276" actId="20577"/>
      <pc:docMkLst>
        <pc:docMk/>
      </pc:docMkLst>
      <pc:sldChg chg="modSp">
        <pc:chgData name="Maxime Ramon" userId="S::maxime.ramon@ugent.be::27e79037-1349-45c8-a957-21861299f483" providerId="AD" clId="Web-{6753E558-309F-1B66-6AD4-978222B5511A}" dt="2025-12-14T14:10:54.965" v="246" actId="1076"/>
        <pc:sldMkLst>
          <pc:docMk/>
          <pc:sldMk cId="1168582040" sldId="256"/>
        </pc:sldMkLst>
        <pc:spChg chg="mod">
          <ac:chgData name="Maxime Ramon" userId="S::maxime.ramon@ugent.be::27e79037-1349-45c8-a957-21861299f483" providerId="AD" clId="Web-{6753E558-309F-1B66-6AD4-978222B5511A}" dt="2025-12-14T14:10:54.965" v="246" actId="1076"/>
          <ac:spMkLst>
            <pc:docMk/>
            <pc:sldMk cId="1168582040" sldId="256"/>
            <ac:spMk id="2" creationId="{EEE80914-D5A9-FA28-812A-043F176147A6}"/>
          </ac:spMkLst>
        </pc:spChg>
        <pc:spChg chg="mod">
          <ac:chgData name="Maxime Ramon" userId="S::maxime.ramon@ugent.be::27e79037-1349-45c8-a957-21861299f483" providerId="AD" clId="Web-{6753E558-309F-1B66-6AD4-978222B5511A}" dt="2025-12-14T14:10:09.900" v="241" actId="1076"/>
          <ac:spMkLst>
            <pc:docMk/>
            <pc:sldMk cId="1168582040" sldId="256"/>
            <ac:spMk id="3" creationId="{0DBEFD8D-62BA-AB5A-CCB6-45F39125D9A1}"/>
          </ac:spMkLst>
        </pc:spChg>
        <pc:spChg chg="mod">
          <ac:chgData name="Maxime Ramon" userId="S::maxime.ramon@ugent.be::27e79037-1349-45c8-a957-21861299f483" providerId="AD" clId="Web-{6753E558-309F-1B66-6AD4-978222B5511A}" dt="2025-12-14T14:10:49.496" v="245" actId="1076"/>
          <ac:spMkLst>
            <pc:docMk/>
            <pc:sldMk cId="1168582040" sldId="256"/>
            <ac:spMk id="4" creationId="{7E61FB0A-E503-FF7B-E601-A8029833BFFB}"/>
          </ac:spMkLst>
        </pc:spChg>
      </pc:sldChg>
      <pc:sldChg chg="modSp">
        <pc:chgData name="Maxime Ramon" userId="S::maxime.ramon@ugent.be::27e79037-1349-45c8-a957-21861299f483" providerId="AD" clId="Web-{6753E558-309F-1B66-6AD4-978222B5511A}" dt="2025-12-14T14:13:33.003" v="276" actId="20577"/>
        <pc:sldMkLst>
          <pc:docMk/>
          <pc:sldMk cId="53082009" sldId="258"/>
        </pc:sldMkLst>
        <pc:spChg chg="mod">
          <ac:chgData name="Maxime Ramon" userId="S::maxime.ramon@ugent.be::27e79037-1349-45c8-a957-21861299f483" providerId="AD" clId="Web-{6753E558-309F-1B66-6AD4-978222B5511A}" dt="2025-12-14T14:13:33.003" v="276" actId="20577"/>
          <ac:spMkLst>
            <pc:docMk/>
            <pc:sldMk cId="53082009" sldId="258"/>
            <ac:spMk id="6" creationId="{5751E3A6-36B7-EFE0-E4A9-4C010F0C8B33}"/>
          </ac:spMkLst>
        </pc:spChg>
      </pc:sldChg>
      <pc:sldChg chg="addSp delSp modSp modTransition">
        <pc:chgData name="Maxime Ramon" userId="S::maxime.ramon@ugent.be::27e79037-1349-45c8-a957-21861299f483" providerId="AD" clId="Web-{6753E558-309F-1B66-6AD4-978222B5511A}" dt="2025-12-14T13:51:27.369" v="162"/>
        <pc:sldMkLst>
          <pc:docMk/>
          <pc:sldMk cId="2007021407" sldId="259"/>
        </pc:sldMkLst>
        <pc:picChg chg="add mod">
          <ac:chgData name="Maxime Ramon" userId="S::maxime.ramon@ugent.be::27e79037-1349-45c8-a957-21861299f483" providerId="AD" clId="Web-{6753E558-309F-1B66-6AD4-978222B5511A}" dt="2025-12-14T13:51:21.103" v="161" actId="1076"/>
          <ac:picMkLst>
            <pc:docMk/>
            <pc:sldMk cId="2007021407" sldId="259"/>
            <ac:picMk id="9" creationId="{26222149-0E67-9E0D-7985-E5DD9C942518}"/>
          </ac:picMkLst>
        </pc:picChg>
      </pc:sldChg>
      <pc:sldChg chg="modSp">
        <pc:chgData name="Maxime Ramon" userId="S::maxime.ramon@ugent.be::27e79037-1349-45c8-a957-21861299f483" providerId="AD" clId="Web-{6753E558-309F-1B66-6AD4-978222B5511A}" dt="2025-12-14T14:13:10.377" v="273" actId="20577"/>
        <pc:sldMkLst>
          <pc:docMk/>
          <pc:sldMk cId="2767118903" sldId="261"/>
        </pc:sldMkLst>
        <pc:spChg chg="mod">
          <ac:chgData name="Maxime Ramon" userId="S::maxime.ramon@ugent.be::27e79037-1349-45c8-a957-21861299f483" providerId="AD" clId="Web-{6753E558-309F-1B66-6AD4-978222B5511A}" dt="2025-12-14T13:35:05.214" v="33" actId="14100"/>
          <ac:spMkLst>
            <pc:docMk/>
            <pc:sldMk cId="2767118903" sldId="261"/>
            <ac:spMk id="2" creationId="{0BFE6190-2292-1E4B-5243-5E646409B9BA}"/>
          </ac:spMkLst>
        </pc:spChg>
        <pc:spChg chg="mod">
          <ac:chgData name="Maxime Ramon" userId="S::maxime.ramon@ugent.be::27e79037-1349-45c8-a957-21861299f483" providerId="AD" clId="Web-{6753E558-309F-1B66-6AD4-978222B5511A}" dt="2025-12-14T14:13:10.377" v="273" actId="20577"/>
          <ac:spMkLst>
            <pc:docMk/>
            <pc:sldMk cId="2767118903" sldId="261"/>
            <ac:spMk id="3" creationId="{15F50B0F-1929-F32F-B3B6-EB44788B4343}"/>
          </ac:spMkLst>
        </pc:spChg>
      </pc:sldChg>
      <pc:sldChg chg="modSp">
        <pc:chgData name="Maxime Ramon" userId="S::maxime.ramon@ugent.be::27e79037-1349-45c8-a957-21861299f483" providerId="AD" clId="Web-{6753E558-309F-1B66-6AD4-978222B5511A}" dt="2025-12-14T13:43:48.171" v="104"/>
        <pc:sldMkLst>
          <pc:docMk/>
          <pc:sldMk cId="578485003" sldId="264"/>
        </pc:sldMkLst>
        <pc:spChg chg="mod">
          <ac:chgData name="Maxime Ramon" userId="S::maxime.ramon@ugent.be::27e79037-1349-45c8-a957-21861299f483" providerId="AD" clId="Web-{6753E558-309F-1B66-6AD4-978222B5511A}" dt="2025-12-14T13:40:28.385" v="72" actId="1076"/>
          <ac:spMkLst>
            <pc:docMk/>
            <pc:sldMk cId="578485003" sldId="264"/>
            <ac:spMk id="2" creationId="{5FBC6B7A-B53C-CF21-697E-787C8857DD3A}"/>
          </ac:spMkLst>
        </pc:spChg>
        <pc:spChg chg="mod">
          <ac:chgData name="Maxime Ramon" userId="S::maxime.ramon@ugent.be::27e79037-1349-45c8-a957-21861299f483" providerId="AD" clId="Web-{6753E558-309F-1B66-6AD4-978222B5511A}" dt="2025-12-14T13:42:46.576" v="98" actId="1076"/>
          <ac:spMkLst>
            <pc:docMk/>
            <pc:sldMk cId="578485003" sldId="264"/>
            <ac:spMk id="8" creationId="{AFCBBC28-E9C4-DD75-A0A8-2102CDC5063B}"/>
          </ac:spMkLst>
        </pc:spChg>
        <pc:spChg chg="mod">
          <ac:chgData name="Maxime Ramon" userId="S::maxime.ramon@ugent.be::27e79037-1349-45c8-a957-21861299f483" providerId="AD" clId="Web-{6753E558-309F-1B66-6AD4-978222B5511A}" dt="2025-12-14T13:42:41.310" v="96" actId="1076"/>
          <ac:spMkLst>
            <pc:docMk/>
            <pc:sldMk cId="578485003" sldId="264"/>
            <ac:spMk id="14" creationId="{0CFA259D-33A7-A268-D5A2-A5995A216ACB}"/>
          </ac:spMkLst>
        </pc:spChg>
        <pc:spChg chg="mod">
          <ac:chgData name="Maxime Ramon" userId="S::maxime.ramon@ugent.be::27e79037-1349-45c8-a957-21861299f483" providerId="AD" clId="Web-{6753E558-309F-1B66-6AD4-978222B5511A}" dt="2025-12-14T13:42:44.513" v="97" actId="1076"/>
          <ac:spMkLst>
            <pc:docMk/>
            <pc:sldMk cId="578485003" sldId="264"/>
            <ac:spMk id="17" creationId="{57CAA2C3-DCDA-5CD7-64E4-DEF6D74102DA}"/>
          </ac:spMkLst>
        </pc:spChg>
        <pc:picChg chg="mod modCrop">
          <ac:chgData name="Maxime Ramon" userId="S::maxime.ramon@ugent.be::27e79037-1349-45c8-a957-21861299f483" providerId="AD" clId="Web-{6753E558-309F-1B66-6AD4-978222B5511A}" dt="2025-12-14T13:43:48.171" v="104"/>
          <ac:picMkLst>
            <pc:docMk/>
            <pc:sldMk cId="578485003" sldId="264"/>
            <ac:picMk id="4" creationId="{4A290A3C-B273-D817-506F-A1AF5E64E40F}"/>
          </ac:picMkLst>
        </pc:picChg>
      </pc:sldChg>
      <pc:sldChg chg="addSp delSp modSp mod setClrOvrMap">
        <pc:chgData name="Maxime Ramon" userId="S::maxime.ramon@ugent.be::27e79037-1349-45c8-a957-21861299f483" providerId="AD" clId="Web-{6753E558-309F-1B66-6AD4-978222B5511A}" dt="2025-12-14T14:08:30.081" v="240"/>
        <pc:sldMkLst>
          <pc:docMk/>
          <pc:sldMk cId="2508850703" sldId="265"/>
        </pc:sldMkLst>
        <pc:spChg chg="mod">
          <ac:chgData name="Maxime Ramon" userId="S::maxime.ramon@ugent.be::27e79037-1349-45c8-a957-21861299f483" providerId="AD" clId="Web-{6753E558-309F-1B66-6AD4-978222B5511A}" dt="2025-12-14T14:08:30.081" v="240"/>
          <ac:spMkLst>
            <pc:docMk/>
            <pc:sldMk cId="2508850703" sldId="265"/>
            <ac:spMk id="2" creationId="{93013FCD-3C54-813C-73F7-4D4DF4764245}"/>
          </ac:spMkLst>
        </pc:spChg>
        <pc:spChg chg="add">
          <ac:chgData name="Maxime Ramon" userId="S::maxime.ramon@ugent.be::27e79037-1349-45c8-a957-21861299f483" providerId="AD" clId="Web-{6753E558-309F-1B66-6AD4-978222B5511A}" dt="2025-12-14T14:08:30.081" v="240"/>
          <ac:spMkLst>
            <pc:docMk/>
            <pc:sldMk cId="2508850703" sldId="265"/>
            <ac:spMk id="23" creationId="{1F9A0C1C-8ABC-401B-8FE9-AC9327C4C587}"/>
          </ac:spMkLst>
        </pc:spChg>
        <pc:spChg chg="add">
          <ac:chgData name="Maxime Ramon" userId="S::maxime.ramon@ugent.be::27e79037-1349-45c8-a957-21861299f483" providerId="AD" clId="Web-{6753E558-309F-1B66-6AD4-978222B5511A}" dt="2025-12-14T14:08:30.081" v="240"/>
          <ac:spMkLst>
            <pc:docMk/>
            <pc:sldMk cId="2508850703" sldId="265"/>
            <ac:spMk id="25" creationId="{BA5783C3-2F96-40A7-A24F-30CB07AA3928}"/>
          </ac:spMkLst>
        </pc:spChg>
        <pc:spChg chg="add">
          <ac:chgData name="Maxime Ramon" userId="S::maxime.ramon@ugent.be::27e79037-1349-45c8-a957-21861299f483" providerId="AD" clId="Web-{6753E558-309F-1B66-6AD4-978222B5511A}" dt="2025-12-14T14:08:30.081" v="240"/>
          <ac:spMkLst>
            <pc:docMk/>
            <pc:sldMk cId="2508850703" sldId="265"/>
            <ac:spMk id="27" creationId="{A9D08DBA-0326-4C4E-ACFB-576F3ABDD2D0}"/>
          </ac:spMkLst>
        </pc:spChg>
        <pc:grpChg chg="add">
          <ac:chgData name="Maxime Ramon" userId="S::maxime.ramon@ugent.be::27e79037-1349-45c8-a957-21861299f483" providerId="AD" clId="Web-{6753E558-309F-1B66-6AD4-978222B5511A}" dt="2025-12-14T14:08:30.081" v="240"/>
          <ac:grpSpMkLst>
            <pc:docMk/>
            <pc:sldMk cId="2508850703" sldId="265"/>
            <ac:grpSpMk id="19" creationId="{449BC34D-9C23-4D6D-8213-1F471AF85B3F}"/>
          </ac:grpSpMkLst>
        </pc:grpChg>
        <pc:picChg chg="add mod">
          <ac:chgData name="Maxime Ramon" userId="S::maxime.ramon@ugent.be::27e79037-1349-45c8-a957-21861299f483" providerId="AD" clId="Web-{6753E558-309F-1B66-6AD4-978222B5511A}" dt="2025-12-14T14:08:30.081" v="240"/>
          <ac:picMkLst>
            <pc:docMk/>
            <pc:sldMk cId="2508850703" sldId="265"/>
            <ac:picMk id="3" creationId="{34E09D60-EA83-AE4A-3DEB-A41620B2A41E}"/>
          </ac:picMkLst>
        </pc:picChg>
      </pc:sldChg>
      <pc:sldChg chg="addSp modSp mod modTransition setBg setClrOvrMap">
        <pc:chgData name="Maxime Ramon" userId="S::maxime.ramon@ugent.be::27e79037-1349-45c8-a957-21861299f483" providerId="AD" clId="Web-{6753E558-309F-1B66-6AD4-978222B5511A}" dt="2025-12-14T13:49:55.378" v="151"/>
        <pc:sldMkLst>
          <pc:docMk/>
          <pc:sldMk cId="917716103" sldId="272"/>
        </pc:sldMkLst>
        <pc:spChg chg="mod">
          <ac:chgData name="Maxime Ramon" userId="S::maxime.ramon@ugent.be::27e79037-1349-45c8-a957-21861299f483" providerId="AD" clId="Web-{6753E558-309F-1B66-6AD4-978222B5511A}" dt="2025-12-14T13:48:33.049" v="145"/>
          <ac:spMkLst>
            <pc:docMk/>
            <pc:sldMk cId="917716103" sldId="272"/>
            <ac:spMk id="7" creationId="{4F7047EC-511D-2DD1-FD63-55CF66411CA8}"/>
          </ac:spMkLst>
        </pc:spChg>
        <pc:spChg chg="add">
          <ac:chgData name="Maxime Ramon" userId="S::maxime.ramon@ugent.be::27e79037-1349-45c8-a957-21861299f483" providerId="AD" clId="Web-{6753E558-309F-1B66-6AD4-978222B5511A}" dt="2025-12-14T13:48:33.049" v="145"/>
          <ac:spMkLst>
            <pc:docMk/>
            <pc:sldMk cId="917716103" sldId="272"/>
            <ac:spMk id="16" creationId="{B709ADC9-6EAF-4268-9415-1ED5ECFA2218}"/>
          </ac:spMkLst>
        </pc:spChg>
        <pc:grpChg chg="add">
          <ac:chgData name="Maxime Ramon" userId="S::maxime.ramon@ugent.be::27e79037-1349-45c8-a957-21861299f483" providerId="AD" clId="Web-{6753E558-309F-1B66-6AD4-978222B5511A}" dt="2025-12-14T13:48:33.049" v="145"/>
          <ac:grpSpMkLst>
            <pc:docMk/>
            <pc:sldMk cId="917716103" sldId="272"/>
            <ac:grpSpMk id="12" creationId="{9D9D6BF1-DFF2-4526-9D13-BF339D8C4163}"/>
          </ac:grpSpMkLst>
        </pc:grpChg>
        <pc:picChg chg="mod">
          <ac:chgData name="Maxime Ramon" userId="S::maxime.ramon@ugent.be::27e79037-1349-45c8-a957-21861299f483" providerId="AD" clId="Web-{6753E558-309F-1B66-6AD4-978222B5511A}" dt="2025-12-14T13:48:33.049" v="145"/>
          <ac:picMkLst>
            <pc:docMk/>
            <pc:sldMk cId="917716103" sldId="272"/>
            <ac:picMk id="6" creationId="{5258EB65-210E-3181-5EFF-64E00CB8D191}"/>
          </ac:picMkLst>
        </pc:picChg>
      </pc:sldChg>
      <pc:sldChg chg="addSp delSp modSp">
        <pc:chgData name="Maxime Ramon" userId="S::maxime.ramon@ugent.be::27e79037-1349-45c8-a957-21861299f483" providerId="AD" clId="Web-{6753E558-309F-1B66-6AD4-978222B5511A}" dt="2025-12-14T13:54:38.134" v="186" actId="1076"/>
        <pc:sldMkLst>
          <pc:docMk/>
          <pc:sldMk cId="2675142450" sldId="274"/>
        </pc:sldMkLst>
        <pc:spChg chg="mod">
          <ac:chgData name="Maxime Ramon" userId="S::maxime.ramon@ugent.be::27e79037-1349-45c8-a957-21861299f483" providerId="AD" clId="Web-{6753E558-309F-1B66-6AD4-978222B5511A}" dt="2025-12-14T13:54:20.258" v="185" actId="20577"/>
          <ac:spMkLst>
            <pc:docMk/>
            <pc:sldMk cId="2675142450" sldId="274"/>
            <ac:spMk id="6" creationId="{CF03893F-6522-2CB2-D90B-539318FCF568}"/>
          </ac:spMkLst>
        </pc:spChg>
        <pc:picChg chg="add mod">
          <ac:chgData name="Maxime Ramon" userId="S::maxime.ramon@ugent.be::27e79037-1349-45c8-a957-21861299f483" providerId="AD" clId="Web-{6753E558-309F-1B66-6AD4-978222B5511A}" dt="2025-12-14T13:54:38.134" v="186" actId="1076"/>
          <ac:picMkLst>
            <pc:docMk/>
            <pc:sldMk cId="2675142450" sldId="274"/>
            <ac:picMk id="4" creationId="{2F4135A4-76CC-3A16-6274-AEC0C7390924}"/>
          </ac:picMkLst>
        </pc:picChg>
      </pc:sldChg>
      <pc:sldChg chg="addSp delSp modSp add ord replId">
        <pc:chgData name="Maxime Ramon" userId="S::maxime.ramon@ugent.be::27e79037-1349-45c8-a957-21861299f483" providerId="AD" clId="Web-{6753E558-309F-1B66-6AD4-978222B5511A}" dt="2025-12-14T13:47:20.158" v="140" actId="20577"/>
        <pc:sldMkLst>
          <pc:docMk/>
          <pc:sldMk cId="191640634" sldId="278"/>
        </pc:sldMkLst>
        <pc:spChg chg="mod">
          <ac:chgData name="Maxime Ramon" userId="S::maxime.ramon@ugent.be::27e79037-1349-45c8-a957-21861299f483" providerId="AD" clId="Web-{6753E558-309F-1B66-6AD4-978222B5511A}" dt="2025-12-14T13:47:20.158" v="140" actId="20577"/>
          <ac:spMkLst>
            <pc:docMk/>
            <pc:sldMk cId="191640634" sldId="278"/>
            <ac:spMk id="2" creationId="{42CAAF32-BE43-DFF7-17E1-1809E96A7490}"/>
          </ac:spMkLst>
        </pc:spChg>
        <pc:spChg chg="mod">
          <ac:chgData name="Maxime Ramon" userId="S::maxime.ramon@ugent.be::27e79037-1349-45c8-a957-21861299f483" providerId="AD" clId="Web-{6753E558-309F-1B66-6AD4-978222B5511A}" dt="2025-12-14T13:46:41.251" v="124" actId="1076"/>
          <ac:spMkLst>
            <pc:docMk/>
            <pc:sldMk cId="191640634" sldId="278"/>
            <ac:spMk id="8" creationId="{10BFD200-827A-8DDF-C629-25748198D9E7}"/>
          </ac:spMkLst>
        </pc:spChg>
        <pc:spChg chg="add mod">
          <ac:chgData name="Maxime Ramon" userId="S::maxime.ramon@ugent.be::27e79037-1349-45c8-a957-21861299f483" providerId="AD" clId="Web-{6753E558-309F-1B66-6AD4-978222B5511A}" dt="2025-12-14T13:47:01.486" v="128" actId="1076"/>
          <ac:spMkLst>
            <pc:docMk/>
            <pc:sldMk cId="191640634" sldId="278"/>
            <ac:spMk id="13" creationId="{B5FE3D6F-19FE-FDD4-3721-A702919911D1}"/>
          </ac:spMkLst>
        </pc:spChg>
        <pc:spChg chg="mod">
          <ac:chgData name="Maxime Ramon" userId="S::maxime.ramon@ugent.be::27e79037-1349-45c8-a957-21861299f483" providerId="AD" clId="Web-{6753E558-309F-1B66-6AD4-978222B5511A}" dt="2025-12-14T13:46:34.064" v="122" actId="1076"/>
          <ac:spMkLst>
            <pc:docMk/>
            <pc:sldMk cId="191640634" sldId="278"/>
            <ac:spMk id="14" creationId="{96ED3E3C-E83A-FC13-3319-3FC315523543}"/>
          </ac:spMkLst>
        </pc:spChg>
        <pc:spChg chg="mod">
          <ac:chgData name="Maxime Ramon" userId="S::maxime.ramon@ugent.be::27e79037-1349-45c8-a957-21861299f483" providerId="AD" clId="Web-{6753E558-309F-1B66-6AD4-978222B5511A}" dt="2025-12-14T13:46:38.345" v="123" actId="1076"/>
          <ac:spMkLst>
            <pc:docMk/>
            <pc:sldMk cId="191640634" sldId="278"/>
            <ac:spMk id="17" creationId="{1AC3E27E-E0B8-3729-B54F-D15C41B56254}"/>
          </ac:spMkLst>
        </pc:spChg>
        <pc:picChg chg="add mod ord modCrop">
          <ac:chgData name="Maxime Ramon" userId="S::maxime.ramon@ugent.be::27e79037-1349-45c8-a957-21861299f483" providerId="AD" clId="Web-{6753E558-309F-1B66-6AD4-978222B5511A}" dt="2025-12-14T13:46:13.751" v="118"/>
          <ac:picMkLst>
            <pc:docMk/>
            <pc:sldMk cId="191640634" sldId="278"/>
            <ac:picMk id="9" creationId="{7FAFE301-C273-C70B-406F-6937196FDED1}"/>
          </ac:picMkLst>
        </pc:picChg>
      </pc:sldChg>
      <pc:sldChg chg="add replId">
        <pc:chgData name="Maxime Ramon" userId="S::maxime.ramon@ugent.be::27e79037-1349-45c8-a957-21861299f483" providerId="AD" clId="Web-{6753E558-309F-1B66-6AD4-978222B5511A}" dt="2025-12-14T13:44:33.718" v="106"/>
        <pc:sldMkLst>
          <pc:docMk/>
          <pc:sldMk cId="1682157120" sldId="279"/>
        </pc:sldMkLst>
      </pc:sldChg>
      <pc:sldChg chg="addSp modSp new mod modTransition setBg">
        <pc:chgData name="Maxime Ramon" userId="S::maxime.ramon@ugent.be::27e79037-1349-45c8-a957-21861299f483" providerId="AD" clId="Web-{6753E558-309F-1B66-6AD4-978222B5511A}" dt="2025-12-14T13:49:16.050" v="149"/>
        <pc:sldMkLst>
          <pc:docMk/>
          <pc:sldMk cId="36330497" sldId="280"/>
        </pc:sldMkLst>
        <pc:picChg chg="add mod">
          <ac:chgData name="Maxime Ramon" userId="S::maxime.ramon@ugent.be::27e79037-1349-45c8-a957-21861299f483" providerId="AD" clId="Web-{6753E558-309F-1B66-6AD4-978222B5511A}" dt="2025-12-14T13:48:52.503" v="148"/>
          <ac:picMkLst>
            <pc:docMk/>
            <pc:sldMk cId="36330497" sldId="280"/>
            <ac:picMk id="3" creationId="{215A1933-7D85-5880-4F79-9FB60F17D06E}"/>
          </ac:picMkLst>
        </pc:picChg>
      </pc:sldChg>
      <pc:sldChg chg="modSp add replId">
        <pc:chgData name="Maxime Ramon" userId="S::maxime.ramon@ugent.be::27e79037-1349-45c8-a957-21861299f483" providerId="AD" clId="Web-{6753E558-309F-1B66-6AD4-978222B5511A}" dt="2025-12-14T13:54:07.398" v="184" actId="14100"/>
        <pc:sldMkLst>
          <pc:docMk/>
          <pc:sldMk cId="2895412368" sldId="281"/>
        </pc:sldMkLst>
        <pc:spChg chg="mod">
          <ac:chgData name="Maxime Ramon" userId="S::maxime.ramon@ugent.be::27e79037-1349-45c8-a957-21861299f483" providerId="AD" clId="Web-{6753E558-309F-1B66-6AD4-978222B5511A}" dt="2025-12-14T13:54:07.398" v="184" actId="14100"/>
          <ac:spMkLst>
            <pc:docMk/>
            <pc:sldMk cId="2895412368" sldId="281"/>
            <ac:spMk id="6" creationId="{6BAE41C6-6694-ACFE-28CE-BB1AE6DED33B}"/>
          </ac:spMkLst>
        </pc:spChg>
      </pc:sldChg>
      <pc:sldChg chg="addSp delSp modSp add ord replId">
        <pc:chgData name="Maxime Ramon" userId="S::maxime.ramon@ugent.be::27e79037-1349-45c8-a957-21861299f483" providerId="AD" clId="Web-{6753E558-309F-1B66-6AD4-978222B5511A}" dt="2025-12-14T13:55:41.671" v="205" actId="1076"/>
        <pc:sldMkLst>
          <pc:docMk/>
          <pc:sldMk cId="2689521643" sldId="282"/>
        </pc:sldMkLst>
        <pc:spChg chg="mod">
          <ac:chgData name="Maxime Ramon" userId="S::maxime.ramon@ugent.be::27e79037-1349-45c8-a957-21861299f483" providerId="AD" clId="Web-{6753E558-309F-1B66-6AD4-978222B5511A}" dt="2025-12-14T13:55:12.276" v="201" actId="20577"/>
          <ac:spMkLst>
            <pc:docMk/>
            <pc:sldMk cId="2689521643" sldId="282"/>
            <ac:spMk id="6" creationId="{3F3A2DA1-57AF-AE7C-455F-DFFE535F7B7D}"/>
          </ac:spMkLst>
        </pc:spChg>
        <pc:picChg chg="add mod">
          <ac:chgData name="Maxime Ramon" userId="S::maxime.ramon@ugent.be::27e79037-1349-45c8-a957-21861299f483" providerId="AD" clId="Web-{6753E558-309F-1B66-6AD4-978222B5511A}" dt="2025-12-14T13:55:41.671" v="205" actId="1076"/>
          <ac:picMkLst>
            <pc:docMk/>
            <pc:sldMk cId="2689521643" sldId="282"/>
            <ac:picMk id="5" creationId="{ECF02228-8A3E-984A-E769-0CC6D4A38B61}"/>
          </ac:picMkLst>
        </pc:picChg>
      </pc:sldChg>
      <pc:sldChg chg="addSp delSp modSp add replId">
        <pc:chgData name="Maxime Ramon" userId="S::maxime.ramon@ugent.be::27e79037-1349-45c8-a957-21861299f483" providerId="AD" clId="Web-{6753E558-309F-1B66-6AD4-978222B5511A}" dt="2025-12-14T13:56:41.423" v="235" actId="14100"/>
        <pc:sldMkLst>
          <pc:docMk/>
          <pc:sldMk cId="1403704198" sldId="283"/>
        </pc:sldMkLst>
        <pc:spChg chg="mod">
          <ac:chgData name="Maxime Ramon" userId="S::maxime.ramon@ugent.be::27e79037-1349-45c8-a957-21861299f483" providerId="AD" clId="Web-{6753E558-309F-1B66-6AD4-978222B5511A}" dt="2025-12-14T13:56:24.782" v="231" actId="14100"/>
          <ac:spMkLst>
            <pc:docMk/>
            <pc:sldMk cId="1403704198" sldId="283"/>
            <ac:spMk id="6" creationId="{A99B5A0C-6B89-8678-E45A-BA0D36E058D8}"/>
          </ac:spMkLst>
        </pc:spChg>
        <pc:picChg chg="add mod">
          <ac:chgData name="Maxime Ramon" userId="S::maxime.ramon@ugent.be::27e79037-1349-45c8-a957-21861299f483" providerId="AD" clId="Web-{6753E558-309F-1B66-6AD4-978222B5511A}" dt="2025-12-14T13:56:41.423" v="235" actId="14100"/>
          <ac:picMkLst>
            <pc:docMk/>
            <pc:sldMk cId="1403704198" sldId="283"/>
            <ac:picMk id="4" creationId="{1AE55EF9-6FC7-C30F-2297-ECFEE2298CAA}"/>
          </ac:picMkLst>
        </pc:picChg>
      </pc:sldChg>
    </pc:docChg>
  </pc:docChgLst>
  <pc:docChgLst>
    <pc:chgData name="Laurien Deroo" userId="77c4d2cc-4049-438c-adcd-b4063a0f97fc" providerId="ADAL" clId="{E5D4EAE3-F604-4896-893E-DDD6CE35B88D}"/>
    <pc:docChg chg="modSld">
      <pc:chgData name="Laurien Deroo" userId="77c4d2cc-4049-438c-adcd-b4063a0f97fc" providerId="ADAL" clId="{E5D4EAE3-F604-4896-893E-DDD6CE35B88D}" dt="2025-12-09T16:07:44.929" v="118" actId="20577"/>
      <pc:docMkLst>
        <pc:docMk/>
      </pc:docMkLst>
      <pc:sldChg chg="modSp mod">
        <pc:chgData name="Laurien Deroo" userId="77c4d2cc-4049-438c-adcd-b4063a0f97fc" providerId="ADAL" clId="{E5D4EAE3-F604-4896-893E-DDD6CE35B88D}" dt="2025-12-09T16:07:44.929" v="118" actId="20577"/>
        <pc:sldMkLst>
          <pc:docMk/>
          <pc:sldMk cId="53082009" sldId="258"/>
        </pc:sldMkLst>
        <pc:spChg chg="mod">
          <ac:chgData name="Laurien Deroo" userId="77c4d2cc-4049-438c-adcd-b4063a0f97fc" providerId="ADAL" clId="{E5D4EAE3-F604-4896-893E-DDD6CE35B88D}" dt="2025-12-09T16:07:44.929" v="118" actId="20577"/>
          <ac:spMkLst>
            <pc:docMk/>
            <pc:sldMk cId="53082009" sldId="258"/>
            <ac:spMk id="6" creationId="{5751E3A6-36B7-EFE0-E4A9-4C010F0C8B33}"/>
          </ac:spMkLst>
        </pc:spChg>
      </pc:sldChg>
    </pc:docChg>
  </pc:docChgLst>
  <pc:docChgLst>
    <pc:chgData name="Gaëtan Hanet" userId="S::gaetan.hanet@ugent.be::da2ca874-2afc-41e2-a6bc-9d4d57c0adfc" providerId="AD" clId="Web-{C65D5612-18F4-7A6A-C30F-F1B8BF919074}"/>
    <pc:docChg chg="addSld modSld">
      <pc:chgData name="Gaëtan Hanet" userId="S::gaetan.hanet@ugent.be::da2ca874-2afc-41e2-a6bc-9d4d57c0adfc" providerId="AD" clId="Web-{C65D5612-18F4-7A6A-C30F-F1B8BF919074}" dt="2025-12-09T14:17:21.272" v="450" actId="20577"/>
      <pc:docMkLst>
        <pc:docMk/>
      </pc:docMkLst>
      <pc:sldChg chg="addSp delSp modSp">
        <pc:chgData name="Gaëtan Hanet" userId="S::gaetan.hanet@ugent.be::da2ca874-2afc-41e2-a6bc-9d4d57c0adfc" providerId="AD" clId="Web-{C65D5612-18F4-7A6A-C30F-F1B8BF919074}" dt="2025-12-09T14:16:22.741" v="440" actId="20577"/>
        <pc:sldMkLst>
          <pc:docMk/>
          <pc:sldMk cId="2007021407" sldId="259"/>
        </pc:sldMkLst>
        <pc:spChg chg="add mod">
          <ac:chgData name="Gaëtan Hanet" userId="S::gaetan.hanet@ugent.be::da2ca874-2afc-41e2-a6bc-9d4d57c0adfc" providerId="AD" clId="Web-{C65D5612-18F4-7A6A-C30F-F1B8BF919074}" dt="2025-12-09T14:16:22.741" v="440" actId="20577"/>
          <ac:spMkLst>
            <pc:docMk/>
            <pc:sldMk cId="2007021407" sldId="259"/>
            <ac:spMk id="6" creationId="{D3C08F4D-384D-8CD2-3F36-2194807DF6C2}"/>
          </ac:spMkLst>
        </pc:spChg>
        <pc:picChg chg="add mod ord">
          <ac:chgData name="Gaëtan Hanet" userId="S::gaetan.hanet@ugent.be::da2ca874-2afc-41e2-a6bc-9d4d57c0adfc" providerId="AD" clId="Web-{C65D5612-18F4-7A6A-C30F-F1B8BF919074}" dt="2025-12-09T13:55:21.367" v="237" actId="1076"/>
          <ac:picMkLst>
            <pc:docMk/>
            <pc:sldMk cId="2007021407" sldId="259"/>
            <ac:picMk id="7" creationId="{3FF12EC6-CB49-C250-AA31-D59D1A1BFCB8}"/>
          </ac:picMkLst>
        </pc:picChg>
      </pc:sldChg>
      <pc:sldChg chg="addSp delSp modSp">
        <pc:chgData name="Gaëtan Hanet" userId="S::gaetan.hanet@ugent.be::da2ca874-2afc-41e2-a6bc-9d4d57c0adfc" providerId="AD" clId="Web-{C65D5612-18F4-7A6A-C30F-F1B8BF919074}" dt="2025-12-09T14:16:40.678" v="442" actId="20577"/>
        <pc:sldMkLst>
          <pc:docMk/>
          <pc:sldMk cId="1310504312" sldId="266"/>
        </pc:sldMkLst>
        <pc:spChg chg="add mod">
          <ac:chgData name="Gaëtan Hanet" userId="S::gaetan.hanet@ugent.be::da2ca874-2afc-41e2-a6bc-9d4d57c0adfc" providerId="AD" clId="Web-{C65D5612-18F4-7A6A-C30F-F1B8BF919074}" dt="2025-12-09T14:16:40.678" v="442" actId="20577"/>
          <ac:spMkLst>
            <pc:docMk/>
            <pc:sldMk cId="1310504312" sldId="266"/>
            <ac:spMk id="9" creationId="{16FB6698-3716-879F-3F12-D25285149669}"/>
          </ac:spMkLst>
        </pc:spChg>
        <pc:picChg chg="add mod ord">
          <ac:chgData name="Gaëtan Hanet" userId="S::gaetan.hanet@ugent.be::da2ca874-2afc-41e2-a6bc-9d4d57c0adfc" providerId="AD" clId="Web-{C65D5612-18F4-7A6A-C30F-F1B8BF919074}" dt="2025-12-09T13:57:08.711" v="248" actId="1076"/>
          <ac:picMkLst>
            <pc:docMk/>
            <pc:sldMk cId="1310504312" sldId="266"/>
            <ac:picMk id="10" creationId="{A945D036-088A-770C-6DFE-3C8780F67EC6}"/>
          </ac:picMkLst>
        </pc:picChg>
      </pc:sldChg>
      <pc:sldChg chg="addSp delSp modSp">
        <pc:chgData name="Gaëtan Hanet" userId="S::gaetan.hanet@ugent.be::da2ca874-2afc-41e2-a6bc-9d4d57c0adfc" providerId="AD" clId="Web-{C65D5612-18F4-7A6A-C30F-F1B8BF919074}" dt="2025-12-09T14:10:20.281" v="387" actId="14100"/>
        <pc:sldMkLst>
          <pc:docMk/>
          <pc:sldMk cId="2744858076" sldId="267"/>
        </pc:sldMkLst>
        <pc:spChg chg="add mod">
          <ac:chgData name="Gaëtan Hanet" userId="S::gaetan.hanet@ugent.be::da2ca874-2afc-41e2-a6bc-9d4d57c0adfc" providerId="AD" clId="Web-{C65D5612-18F4-7A6A-C30F-F1B8BF919074}" dt="2025-12-09T14:10:20.281" v="387" actId="14100"/>
          <ac:spMkLst>
            <pc:docMk/>
            <pc:sldMk cId="2744858076" sldId="267"/>
            <ac:spMk id="9" creationId="{1B5CE286-F16F-96BD-C425-044A9EC55ED4}"/>
          </ac:spMkLst>
        </pc:spChg>
        <pc:picChg chg="add mod ord">
          <ac:chgData name="Gaëtan Hanet" userId="S::gaetan.hanet@ugent.be::da2ca874-2afc-41e2-a6bc-9d4d57c0adfc" providerId="AD" clId="Web-{C65D5612-18F4-7A6A-C30F-F1B8BF919074}" dt="2025-12-09T14:00:57.355" v="258" actId="1076"/>
          <ac:picMkLst>
            <pc:docMk/>
            <pc:sldMk cId="2744858076" sldId="267"/>
            <ac:picMk id="10" creationId="{1BEF8717-AA63-DB86-3DB3-A6370B419E3F}"/>
          </ac:picMkLst>
        </pc:picChg>
      </pc:sldChg>
      <pc:sldChg chg="addSp delSp modSp">
        <pc:chgData name="Gaëtan Hanet" userId="S::gaetan.hanet@ugent.be::da2ca874-2afc-41e2-a6bc-9d4d57c0adfc" providerId="AD" clId="Web-{C65D5612-18F4-7A6A-C30F-F1B8BF919074}" dt="2025-12-09T14:17:21.272" v="450" actId="20577"/>
        <pc:sldMkLst>
          <pc:docMk/>
          <pc:sldMk cId="4274853114" sldId="268"/>
        </pc:sldMkLst>
        <pc:spChg chg="add mod">
          <ac:chgData name="Gaëtan Hanet" userId="S::gaetan.hanet@ugent.be::da2ca874-2afc-41e2-a6bc-9d4d57c0adfc" providerId="AD" clId="Web-{C65D5612-18F4-7A6A-C30F-F1B8BF919074}" dt="2025-12-09T14:17:21.272" v="450" actId="20577"/>
          <ac:spMkLst>
            <pc:docMk/>
            <pc:sldMk cId="4274853114" sldId="268"/>
            <ac:spMk id="9" creationId="{7238D377-1EBC-4687-DC52-C849D61459E6}"/>
          </ac:spMkLst>
        </pc:spChg>
        <pc:picChg chg="add mod ord">
          <ac:chgData name="Gaëtan Hanet" userId="S::gaetan.hanet@ugent.be::da2ca874-2afc-41e2-a6bc-9d4d57c0adfc" providerId="AD" clId="Web-{C65D5612-18F4-7A6A-C30F-F1B8BF919074}" dt="2025-12-09T14:01:58.734" v="264" actId="1076"/>
          <ac:picMkLst>
            <pc:docMk/>
            <pc:sldMk cId="4274853114" sldId="268"/>
            <ac:picMk id="10" creationId="{9D140771-3E53-6A09-F072-2338C2948D1B}"/>
          </ac:picMkLst>
        </pc:picChg>
      </pc:sldChg>
      <pc:sldChg chg="addSp delSp modSp add replId">
        <pc:chgData name="Gaëtan Hanet" userId="S::gaetan.hanet@ugent.be::da2ca874-2afc-41e2-a6bc-9d4d57c0adfc" providerId="AD" clId="Web-{C65D5612-18F4-7A6A-C30F-F1B8BF919074}" dt="2025-12-09T14:16:16.584" v="437" actId="20577"/>
        <pc:sldMkLst>
          <pc:docMk/>
          <pc:sldMk cId="3290004050" sldId="270"/>
        </pc:sldMkLst>
        <pc:spChg chg="mod">
          <ac:chgData name="Gaëtan Hanet" userId="S::gaetan.hanet@ugent.be::da2ca874-2afc-41e2-a6bc-9d4d57c0adfc" providerId="AD" clId="Web-{C65D5612-18F4-7A6A-C30F-F1B8BF919074}" dt="2025-12-09T14:11:16.892" v="409" actId="20577"/>
          <ac:spMkLst>
            <pc:docMk/>
            <pc:sldMk cId="3290004050" sldId="270"/>
            <ac:spMk id="2" creationId="{03101EED-0F74-7179-C567-0639B2C1B6A7}"/>
          </ac:spMkLst>
        </pc:spChg>
        <pc:spChg chg="add mod">
          <ac:chgData name="Gaëtan Hanet" userId="S::gaetan.hanet@ugent.be::da2ca874-2afc-41e2-a6bc-9d4d57c0adfc" providerId="AD" clId="Web-{C65D5612-18F4-7A6A-C30F-F1B8BF919074}" dt="2025-12-09T14:16:16.584" v="437" actId="20577"/>
          <ac:spMkLst>
            <pc:docMk/>
            <pc:sldMk cId="3290004050" sldId="270"/>
            <ac:spMk id="10" creationId="{97734495-5D3B-0D47-228A-BFFA06DB5944}"/>
          </ac:spMkLst>
        </pc:spChg>
        <pc:picChg chg="add del mod">
          <ac:chgData name="Gaëtan Hanet" userId="S::gaetan.hanet@ugent.be::da2ca874-2afc-41e2-a6bc-9d4d57c0adfc" providerId="AD" clId="Web-{C65D5612-18F4-7A6A-C30F-F1B8BF919074}" dt="2025-12-09T13:55:50.679" v="241"/>
          <ac:picMkLst>
            <pc:docMk/>
            <pc:sldMk cId="3290004050" sldId="270"/>
            <ac:picMk id="7" creationId="{60CA1521-C06C-A6E2-E99A-CC6061083C21}"/>
          </ac:picMkLst>
        </pc:picChg>
      </pc:sldChg>
      <pc:sldChg chg="modSp add replId">
        <pc:chgData name="Gaëtan Hanet" userId="S::gaetan.hanet@ugent.be::da2ca874-2afc-41e2-a6bc-9d4d57c0adfc" providerId="AD" clId="Web-{C65D5612-18F4-7A6A-C30F-F1B8BF919074}" dt="2025-12-09T14:17:05.632" v="448" actId="20577"/>
        <pc:sldMkLst>
          <pc:docMk/>
          <pc:sldMk cId="1035164185" sldId="271"/>
        </pc:sldMkLst>
        <pc:spChg chg="mod">
          <ac:chgData name="Gaëtan Hanet" userId="S::gaetan.hanet@ugent.be::da2ca874-2afc-41e2-a6bc-9d4d57c0adfc" providerId="AD" clId="Web-{C65D5612-18F4-7A6A-C30F-F1B8BF919074}" dt="2025-12-09T14:17:05.632" v="448" actId="20577"/>
          <ac:spMkLst>
            <pc:docMk/>
            <pc:sldMk cId="1035164185" sldId="271"/>
            <ac:spMk id="9" creationId="{AC898512-933D-D3B7-19E4-122C583E1846}"/>
          </ac:spMkLst>
        </pc:spChg>
        <pc:picChg chg="mod">
          <ac:chgData name="Gaëtan Hanet" userId="S::gaetan.hanet@ugent.be::da2ca874-2afc-41e2-a6bc-9d4d57c0adfc" providerId="AD" clId="Web-{C65D5612-18F4-7A6A-C30F-F1B8BF919074}" dt="2025-12-09T14:00:09.996" v="252" actId="1076"/>
          <ac:picMkLst>
            <pc:docMk/>
            <pc:sldMk cId="1035164185" sldId="271"/>
            <ac:picMk id="10" creationId="{3C1DF559-B627-A46F-3160-FF564D47ABAF}"/>
          </ac:picMkLst>
        </pc:picChg>
      </pc:sldChg>
    </pc:docChg>
  </pc:docChgLst>
  <pc:docChgLst>
    <pc:chgData name="Gaëtan Hanet" userId="S::gaetan.hanet@ugent.be::da2ca874-2afc-41e2-a6bc-9d4d57c0adfc" providerId="AD" clId="Web-{30639825-1743-3AEE-85E3-AC7060993DA5}"/>
    <pc:docChg chg="modSld">
      <pc:chgData name="Gaëtan Hanet" userId="S::gaetan.hanet@ugent.be::da2ca874-2afc-41e2-a6bc-9d4d57c0adfc" providerId="AD" clId="Web-{30639825-1743-3AEE-85E3-AC7060993DA5}" dt="2025-12-09T11:29:09.808" v="426" actId="20577"/>
      <pc:docMkLst>
        <pc:docMk/>
      </pc:docMkLst>
      <pc:sldChg chg="addSp delSp modSp">
        <pc:chgData name="Gaëtan Hanet" userId="S::gaetan.hanet@ugent.be::da2ca874-2afc-41e2-a6bc-9d4d57c0adfc" providerId="AD" clId="Web-{30639825-1743-3AEE-85E3-AC7060993DA5}" dt="2025-12-09T11:23:25.440" v="304" actId="20577"/>
        <pc:sldMkLst>
          <pc:docMk/>
          <pc:sldMk cId="53082009" sldId="258"/>
        </pc:sldMkLst>
        <pc:spChg chg="add mod">
          <ac:chgData name="Gaëtan Hanet" userId="S::gaetan.hanet@ugent.be::da2ca874-2afc-41e2-a6bc-9d4d57c0adfc" providerId="AD" clId="Web-{30639825-1743-3AEE-85E3-AC7060993DA5}" dt="2025-12-09T11:23:25.440" v="304" actId="20577"/>
          <ac:spMkLst>
            <pc:docMk/>
            <pc:sldMk cId="53082009" sldId="258"/>
            <ac:spMk id="6" creationId="{5751E3A6-36B7-EFE0-E4A9-4C010F0C8B33}"/>
          </ac:spMkLst>
        </pc:spChg>
      </pc:sldChg>
      <pc:sldChg chg="modSp">
        <pc:chgData name="Gaëtan Hanet" userId="S::gaetan.hanet@ugent.be::da2ca874-2afc-41e2-a6bc-9d4d57c0adfc" providerId="AD" clId="Web-{30639825-1743-3AEE-85E3-AC7060993DA5}" dt="2025-12-09T11:26:27.898" v="328" actId="20577"/>
        <pc:sldMkLst>
          <pc:docMk/>
          <pc:sldMk cId="2007021407" sldId="259"/>
        </pc:sldMkLst>
        <pc:spChg chg="mod">
          <ac:chgData name="Gaëtan Hanet" userId="S::gaetan.hanet@ugent.be::da2ca874-2afc-41e2-a6bc-9d4d57c0adfc" providerId="AD" clId="Web-{30639825-1743-3AEE-85E3-AC7060993DA5}" dt="2025-12-09T11:26:27.898" v="328" actId="20577"/>
          <ac:spMkLst>
            <pc:docMk/>
            <pc:sldMk cId="2007021407" sldId="259"/>
            <ac:spMk id="4" creationId="{52778A14-9DDC-63EA-2F6E-CE9FF84BC99C}"/>
          </ac:spMkLst>
        </pc:spChg>
      </pc:sldChg>
      <pc:sldChg chg="addSp modSp">
        <pc:chgData name="Gaëtan Hanet" userId="S::gaetan.hanet@ugent.be::da2ca874-2afc-41e2-a6bc-9d4d57c0adfc" providerId="AD" clId="Web-{30639825-1743-3AEE-85E3-AC7060993DA5}" dt="2025-12-09T11:27:52.010" v="390" actId="20577"/>
        <pc:sldMkLst>
          <pc:docMk/>
          <pc:sldMk cId="1310504312" sldId="266"/>
        </pc:sldMkLst>
        <pc:spChg chg="add mod">
          <ac:chgData name="Gaëtan Hanet" userId="S::gaetan.hanet@ugent.be::da2ca874-2afc-41e2-a6bc-9d4d57c0adfc" providerId="AD" clId="Web-{30639825-1743-3AEE-85E3-AC7060993DA5}" dt="2025-12-09T11:27:52.010" v="390" actId="20577"/>
          <ac:spMkLst>
            <pc:docMk/>
            <pc:sldMk cId="1310504312" sldId="266"/>
            <ac:spMk id="6" creationId="{6C4921F6-E5CD-85AE-F064-491FA61373CA}"/>
          </ac:spMkLst>
        </pc:spChg>
      </pc:sldChg>
      <pc:sldChg chg="addSp modSp">
        <pc:chgData name="Gaëtan Hanet" userId="S::gaetan.hanet@ugent.be::da2ca874-2afc-41e2-a6bc-9d4d57c0adfc" providerId="AD" clId="Web-{30639825-1743-3AEE-85E3-AC7060993DA5}" dt="2025-12-09T11:29:09.808" v="426" actId="20577"/>
        <pc:sldMkLst>
          <pc:docMk/>
          <pc:sldMk cId="2744858076" sldId="267"/>
        </pc:sldMkLst>
        <pc:spChg chg="add mod">
          <ac:chgData name="Gaëtan Hanet" userId="S::gaetan.hanet@ugent.be::da2ca874-2afc-41e2-a6bc-9d4d57c0adfc" providerId="AD" clId="Web-{30639825-1743-3AEE-85E3-AC7060993DA5}" dt="2025-12-09T11:29:09.808" v="426" actId="20577"/>
          <ac:spMkLst>
            <pc:docMk/>
            <pc:sldMk cId="2744858076" sldId="267"/>
            <ac:spMk id="6" creationId="{1D58D942-5D85-9D38-F528-C68757285CA2}"/>
          </ac:spMkLst>
        </pc:spChg>
      </pc:sldChg>
      <pc:sldChg chg="addSp modSp">
        <pc:chgData name="Gaëtan Hanet" userId="S::gaetan.hanet@ugent.be::da2ca874-2afc-41e2-a6bc-9d4d57c0adfc" providerId="AD" clId="Web-{30639825-1743-3AEE-85E3-AC7060993DA5}" dt="2025-12-09T11:29:00.027" v="424" actId="20577"/>
        <pc:sldMkLst>
          <pc:docMk/>
          <pc:sldMk cId="4274853114" sldId="268"/>
        </pc:sldMkLst>
        <pc:spChg chg="add mod">
          <ac:chgData name="Gaëtan Hanet" userId="S::gaetan.hanet@ugent.be::da2ca874-2afc-41e2-a6bc-9d4d57c0adfc" providerId="AD" clId="Web-{30639825-1743-3AEE-85E3-AC7060993DA5}" dt="2025-12-09T11:29:00.027" v="424" actId="20577"/>
          <ac:spMkLst>
            <pc:docMk/>
            <pc:sldMk cId="4274853114" sldId="268"/>
            <ac:spMk id="6" creationId="{D2FB2205-068B-D9B6-34BA-C519BD9BBE47}"/>
          </ac:spMkLst>
        </pc:spChg>
      </pc:sldChg>
    </pc:docChg>
  </pc:docChgLst>
  <pc:docChgLst>
    <pc:chgData name="Laurien Deroo" userId="77c4d2cc-4049-438c-adcd-b4063a0f97fc" providerId="ADAL" clId="{35EA1AFE-CD68-4B3F-8339-71C148322864}"/>
    <pc:docChg chg="undo custSel addSld delSld modSld sldOrd">
      <pc:chgData name="Laurien Deroo" userId="77c4d2cc-4049-438c-adcd-b4063a0f97fc" providerId="ADAL" clId="{35EA1AFE-CD68-4B3F-8339-71C148322864}" dt="2025-12-18T10:33:57.079" v="862" actId="1582"/>
      <pc:docMkLst>
        <pc:docMk/>
      </pc:docMkLst>
      <pc:sldChg chg="addSp modSp mod">
        <pc:chgData name="Laurien Deroo" userId="77c4d2cc-4049-438c-adcd-b4063a0f97fc" providerId="ADAL" clId="{35EA1AFE-CD68-4B3F-8339-71C148322864}" dt="2025-12-13T13:59:34.146" v="407" actId="790"/>
        <pc:sldMkLst>
          <pc:docMk/>
          <pc:sldMk cId="1168582040" sldId="256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1168582040" sldId="256"/>
            <ac:spMk id="2" creationId="{EEE80914-D5A9-FA28-812A-043F176147A6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1168582040" sldId="256"/>
            <ac:spMk id="3" creationId="{0DBEFD8D-62BA-AB5A-CCB6-45F39125D9A1}"/>
          </ac:spMkLst>
        </pc:spChg>
        <pc:spChg chg="add 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1168582040" sldId="256"/>
            <ac:spMk id="4" creationId="{7E61FB0A-E503-FF7B-E601-A8029833BFFB}"/>
          </ac:spMkLst>
        </pc:spChg>
      </pc:sldChg>
      <pc:sldChg chg="delSp modSp new mod">
        <pc:chgData name="Laurien Deroo" userId="77c4d2cc-4049-438c-adcd-b4063a0f97fc" providerId="ADAL" clId="{35EA1AFE-CD68-4B3F-8339-71C148322864}" dt="2025-12-13T13:59:34.146" v="407" actId="790"/>
        <pc:sldMkLst>
          <pc:docMk/>
          <pc:sldMk cId="2977715122" sldId="257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2977715122" sldId="257"/>
            <ac:spMk id="3" creationId="{0AF5C258-B396-86B3-384E-9C36717A6ABE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2977715122" sldId="257"/>
            <ac:spMk id="5" creationId="{97A38237-0495-4700-B771-FC7F14D1B013}"/>
          </ac:spMkLst>
        </pc:spChg>
      </pc:sldChg>
      <pc:sldChg chg="addSp modSp new mod">
        <pc:chgData name="Laurien Deroo" userId="77c4d2cc-4049-438c-adcd-b4063a0f97fc" providerId="ADAL" clId="{35EA1AFE-CD68-4B3F-8339-71C148322864}" dt="2025-12-17T15:54:20.948" v="853" actId="14100"/>
        <pc:sldMkLst>
          <pc:docMk/>
          <pc:sldMk cId="53082009" sldId="258"/>
        </pc:sldMkLst>
        <pc:spChg chg="add 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53082009" sldId="258"/>
            <ac:spMk id="2" creationId="{DF77CD97-FCDA-8E24-F484-AE3F9D73FF45}"/>
          </ac:spMkLst>
        </pc:spChg>
        <pc:spChg chg="mod">
          <ac:chgData name="Laurien Deroo" userId="77c4d2cc-4049-438c-adcd-b4063a0f97fc" providerId="ADAL" clId="{35EA1AFE-CD68-4B3F-8339-71C148322864}" dt="2025-12-17T15:54:20.948" v="853" actId="14100"/>
          <ac:spMkLst>
            <pc:docMk/>
            <pc:sldMk cId="53082009" sldId="258"/>
            <ac:spMk id="6" creationId="{5751E3A6-36B7-EFE0-E4A9-4C010F0C8B33}"/>
          </ac:spMkLst>
        </pc:spChg>
      </pc:sldChg>
      <pc:sldChg chg="modSp mod">
        <pc:chgData name="Laurien Deroo" userId="77c4d2cc-4049-438c-adcd-b4063a0f97fc" providerId="ADAL" clId="{35EA1AFE-CD68-4B3F-8339-71C148322864}" dt="2025-12-13T13:59:34.146" v="407" actId="790"/>
        <pc:sldMkLst>
          <pc:docMk/>
          <pc:sldMk cId="2007021407" sldId="259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2007021407" sldId="259"/>
            <ac:spMk id="2" creationId="{5BAD128C-94CD-BA7D-60BF-3599972DC2AA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2007021407" sldId="259"/>
            <ac:spMk id="4" creationId="{52778A14-9DDC-63EA-2F6E-CE9FF84BC99C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2007021407" sldId="259"/>
            <ac:spMk id="6" creationId="{D3C08F4D-384D-8CD2-3F36-2194807DF6C2}"/>
          </ac:spMkLst>
        </pc:spChg>
      </pc:sldChg>
      <pc:sldChg chg="addSp delSp modSp mod">
        <pc:chgData name="Laurien Deroo" userId="77c4d2cc-4049-438c-adcd-b4063a0f97fc" providerId="ADAL" clId="{35EA1AFE-CD68-4B3F-8339-71C148322864}" dt="2025-12-17T15:16:55.534" v="668" actId="1076"/>
        <pc:sldMkLst>
          <pc:docMk/>
          <pc:sldMk cId="2767118903" sldId="261"/>
        </pc:sldMkLst>
        <pc:spChg chg="mod">
          <ac:chgData name="Laurien Deroo" userId="77c4d2cc-4049-438c-adcd-b4063a0f97fc" providerId="ADAL" clId="{35EA1AFE-CD68-4B3F-8339-71C148322864}" dt="2025-12-17T15:15:53.682" v="634" actId="20577"/>
          <ac:spMkLst>
            <pc:docMk/>
            <pc:sldMk cId="2767118903" sldId="261"/>
            <ac:spMk id="2" creationId="{0BFE6190-2292-1E4B-5243-5E646409B9BA}"/>
          </ac:spMkLst>
        </pc:spChg>
        <pc:spChg chg="add del mod">
          <ac:chgData name="Laurien Deroo" userId="77c4d2cc-4049-438c-adcd-b4063a0f97fc" providerId="ADAL" clId="{35EA1AFE-CD68-4B3F-8339-71C148322864}" dt="2025-12-17T15:16:55.534" v="668" actId="1076"/>
          <ac:spMkLst>
            <pc:docMk/>
            <pc:sldMk cId="2767118903" sldId="261"/>
            <ac:spMk id="3" creationId="{15F50B0F-1929-F32F-B3B6-EB44788B4343}"/>
          </ac:spMkLst>
        </pc:spChg>
        <pc:spChg chg="mod">
          <ac:chgData name="Laurien Deroo" userId="77c4d2cc-4049-438c-adcd-b4063a0f97fc" providerId="ADAL" clId="{35EA1AFE-CD68-4B3F-8339-71C148322864}" dt="2025-12-17T15:16:50.555" v="665" actId="1076"/>
          <ac:spMkLst>
            <pc:docMk/>
            <pc:sldMk cId="2767118903" sldId="261"/>
            <ac:spMk id="4" creationId="{6D5DBF93-DF0F-9E0F-2092-845C26BEDFD1}"/>
          </ac:spMkLst>
        </pc:spChg>
        <pc:spChg chg="add del mod">
          <ac:chgData name="Laurien Deroo" userId="77c4d2cc-4049-438c-adcd-b4063a0f97fc" providerId="ADAL" clId="{35EA1AFE-CD68-4B3F-8339-71C148322864}" dt="2025-12-17T15:16:23.009" v="641" actId="478"/>
          <ac:spMkLst>
            <pc:docMk/>
            <pc:sldMk cId="2767118903" sldId="261"/>
            <ac:spMk id="6" creationId="{039619C0-53A7-376F-D830-663A3B96C79D}"/>
          </ac:spMkLst>
        </pc:spChg>
      </pc:sldChg>
      <pc:sldChg chg="modSp mod">
        <pc:chgData name="Laurien Deroo" userId="77c4d2cc-4049-438c-adcd-b4063a0f97fc" providerId="ADAL" clId="{35EA1AFE-CD68-4B3F-8339-71C148322864}" dt="2025-12-18T10:33:57.079" v="862" actId="1582"/>
        <pc:sldMkLst>
          <pc:docMk/>
          <pc:sldMk cId="578485003" sldId="264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578485003" sldId="264"/>
            <ac:spMk id="2" creationId="{5FBC6B7A-B53C-CF21-697E-787C8857DD3A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578485003" sldId="264"/>
            <ac:spMk id="8" creationId="{AFCBBC28-E9C4-DD75-A0A8-2102CDC5063B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578485003" sldId="264"/>
            <ac:spMk id="14" creationId="{0CFA259D-33A7-A268-D5A2-A5995A216ACB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578485003" sldId="264"/>
            <ac:spMk id="17" creationId="{57CAA2C3-DCDA-5CD7-64E4-DEF6D74102DA}"/>
          </ac:spMkLst>
        </pc:spChg>
        <pc:picChg chg="mod">
          <ac:chgData name="Laurien Deroo" userId="77c4d2cc-4049-438c-adcd-b4063a0f97fc" providerId="ADAL" clId="{35EA1AFE-CD68-4B3F-8339-71C148322864}" dt="2025-12-18T10:33:57.079" v="862" actId="1582"/>
          <ac:picMkLst>
            <pc:docMk/>
            <pc:sldMk cId="578485003" sldId="264"/>
            <ac:picMk id="4" creationId="{4A290A3C-B273-D817-506F-A1AF5E64E40F}"/>
          </ac:picMkLst>
        </pc:picChg>
      </pc:sldChg>
      <pc:sldChg chg="modSp mod">
        <pc:chgData name="Laurien Deroo" userId="77c4d2cc-4049-438c-adcd-b4063a0f97fc" providerId="ADAL" clId="{35EA1AFE-CD68-4B3F-8339-71C148322864}" dt="2025-12-17T15:12:59.216" v="606"/>
        <pc:sldMkLst>
          <pc:docMk/>
          <pc:sldMk cId="2508850703" sldId="265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2508850703" sldId="265"/>
            <ac:spMk id="2" creationId="{93013FCD-3C54-813C-73F7-4D4DF4764245}"/>
          </ac:spMkLst>
        </pc:spChg>
        <pc:picChg chg="mod">
          <ac:chgData name="Laurien Deroo" userId="77c4d2cc-4049-438c-adcd-b4063a0f97fc" providerId="ADAL" clId="{35EA1AFE-CD68-4B3F-8339-71C148322864}" dt="2025-12-17T15:12:59.216" v="606"/>
          <ac:picMkLst>
            <pc:docMk/>
            <pc:sldMk cId="2508850703" sldId="265"/>
            <ac:picMk id="3" creationId="{34E09D60-EA83-AE4A-3DEB-A41620B2A41E}"/>
          </ac:picMkLst>
        </pc:picChg>
      </pc:sldChg>
      <pc:sldChg chg="modSp mod">
        <pc:chgData name="Laurien Deroo" userId="77c4d2cc-4049-438c-adcd-b4063a0f97fc" providerId="ADAL" clId="{35EA1AFE-CD68-4B3F-8339-71C148322864}" dt="2025-12-13T13:59:34.146" v="407" actId="790"/>
        <pc:sldMkLst>
          <pc:docMk/>
          <pc:sldMk cId="1310504312" sldId="266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1310504312" sldId="266"/>
            <ac:spMk id="2" creationId="{DCE7368A-C13D-DEB5-1EE6-6319839FAD09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1310504312" sldId="266"/>
            <ac:spMk id="6" creationId="{6C4921F6-E5CD-85AE-F064-491FA61373CA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1310504312" sldId="266"/>
            <ac:spMk id="9" creationId="{16FB6698-3716-879F-3F12-D25285149669}"/>
          </ac:spMkLst>
        </pc:spChg>
      </pc:sldChg>
      <pc:sldChg chg="modSp mod">
        <pc:chgData name="Laurien Deroo" userId="77c4d2cc-4049-438c-adcd-b4063a0f97fc" providerId="ADAL" clId="{35EA1AFE-CD68-4B3F-8339-71C148322864}" dt="2025-12-17T15:55:52.712" v="855" actId="114"/>
        <pc:sldMkLst>
          <pc:docMk/>
          <pc:sldMk cId="2744858076" sldId="267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2744858076" sldId="267"/>
            <ac:spMk id="2" creationId="{3D90F61A-48F9-791A-DF2A-9E68984EFE89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2744858076" sldId="267"/>
            <ac:spMk id="6" creationId="{1D58D942-5D85-9D38-F528-C68757285CA2}"/>
          </ac:spMkLst>
        </pc:spChg>
        <pc:spChg chg="mod">
          <ac:chgData name="Laurien Deroo" userId="77c4d2cc-4049-438c-adcd-b4063a0f97fc" providerId="ADAL" clId="{35EA1AFE-CD68-4B3F-8339-71C148322864}" dt="2025-12-17T15:55:52.712" v="855" actId="114"/>
          <ac:spMkLst>
            <pc:docMk/>
            <pc:sldMk cId="2744858076" sldId="267"/>
            <ac:spMk id="9" creationId="{1B5CE286-F16F-96BD-C425-044A9EC55ED4}"/>
          </ac:spMkLst>
        </pc:spChg>
        <pc:picChg chg="mod modCrop">
          <ac:chgData name="Laurien Deroo" userId="77c4d2cc-4049-438c-adcd-b4063a0f97fc" providerId="ADAL" clId="{35EA1AFE-CD68-4B3F-8339-71C148322864}" dt="2025-12-13T13:28:29.320" v="309" actId="1076"/>
          <ac:picMkLst>
            <pc:docMk/>
            <pc:sldMk cId="2744858076" sldId="267"/>
            <ac:picMk id="10" creationId="{1BEF8717-AA63-DB86-3DB3-A6370B419E3F}"/>
          </ac:picMkLst>
        </pc:picChg>
      </pc:sldChg>
      <pc:sldChg chg="modSp mod">
        <pc:chgData name="Laurien Deroo" userId="77c4d2cc-4049-438c-adcd-b4063a0f97fc" providerId="ADAL" clId="{35EA1AFE-CD68-4B3F-8339-71C148322864}" dt="2025-12-13T13:59:34.146" v="407" actId="790"/>
        <pc:sldMkLst>
          <pc:docMk/>
          <pc:sldMk cId="4274853114" sldId="268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4274853114" sldId="268"/>
            <ac:spMk id="2" creationId="{1C959DB5-F836-C355-1DBD-32F04A919220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4274853114" sldId="268"/>
            <ac:spMk id="6" creationId="{D2FB2205-068B-D9B6-34BA-C519BD9BBE47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4274853114" sldId="268"/>
            <ac:spMk id="9" creationId="{7238D377-1EBC-4687-DC52-C849D61459E6}"/>
          </ac:spMkLst>
        </pc:spChg>
      </pc:sldChg>
      <pc:sldChg chg="modSp mod">
        <pc:chgData name="Laurien Deroo" userId="77c4d2cc-4049-438c-adcd-b4063a0f97fc" providerId="ADAL" clId="{35EA1AFE-CD68-4B3F-8339-71C148322864}" dt="2025-12-13T13:59:34.146" v="407" actId="790"/>
        <pc:sldMkLst>
          <pc:docMk/>
          <pc:sldMk cId="3290004050" sldId="270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3290004050" sldId="270"/>
            <ac:spMk id="2" creationId="{03101EED-0F74-7179-C567-0639B2C1B6A7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3290004050" sldId="270"/>
            <ac:spMk id="4" creationId="{5033375B-2619-A740-CBB7-58CD098A01B5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3290004050" sldId="270"/>
            <ac:spMk id="10" creationId="{97734495-5D3B-0D47-228A-BFFA06DB5944}"/>
          </ac:spMkLst>
        </pc:spChg>
      </pc:sldChg>
      <pc:sldChg chg="modSp mod">
        <pc:chgData name="Laurien Deroo" userId="77c4d2cc-4049-438c-adcd-b4063a0f97fc" providerId="ADAL" clId="{35EA1AFE-CD68-4B3F-8339-71C148322864}" dt="2025-12-13T13:59:34.146" v="407" actId="790"/>
        <pc:sldMkLst>
          <pc:docMk/>
          <pc:sldMk cId="1035164185" sldId="271"/>
        </pc:sldMkLst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1035164185" sldId="271"/>
            <ac:spMk id="2" creationId="{F09001F5-52C1-13ED-E25E-71EA97DB380D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1035164185" sldId="271"/>
            <ac:spMk id="6" creationId="{4C92209E-F1C6-2738-0BC9-B7E1E04B8DE6}"/>
          </ac:spMkLst>
        </pc:spChg>
        <pc:spChg chg="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1035164185" sldId="271"/>
            <ac:spMk id="9" creationId="{AC898512-933D-D3B7-19E4-122C583E1846}"/>
          </ac:spMkLst>
        </pc:spChg>
        <pc:picChg chg="mod">
          <ac:chgData name="Laurien Deroo" userId="77c4d2cc-4049-438c-adcd-b4063a0f97fc" providerId="ADAL" clId="{35EA1AFE-CD68-4B3F-8339-71C148322864}" dt="2025-12-13T13:27:11.840" v="300" actId="14100"/>
          <ac:picMkLst>
            <pc:docMk/>
            <pc:sldMk cId="1035164185" sldId="271"/>
            <ac:picMk id="10" creationId="{3C1DF559-B627-A46F-3160-FF564D47ABAF}"/>
          </ac:picMkLst>
        </pc:picChg>
      </pc:sldChg>
      <pc:sldChg chg="addSp delSp modSp new mod modClrScheme chgLayout">
        <pc:chgData name="Laurien Deroo" userId="77c4d2cc-4049-438c-adcd-b4063a0f97fc" providerId="ADAL" clId="{35EA1AFE-CD68-4B3F-8339-71C148322864}" dt="2025-12-13T13:59:34.146" v="407" actId="790"/>
        <pc:sldMkLst>
          <pc:docMk/>
          <pc:sldMk cId="917716103" sldId="272"/>
        </pc:sldMkLst>
        <pc:spChg chg="add mod">
          <ac:chgData name="Laurien Deroo" userId="77c4d2cc-4049-438c-adcd-b4063a0f97fc" providerId="ADAL" clId="{35EA1AFE-CD68-4B3F-8339-71C148322864}" dt="2025-12-13T13:59:34.146" v="407" actId="790"/>
          <ac:spMkLst>
            <pc:docMk/>
            <pc:sldMk cId="917716103" sldId="272"/>
            <ac:spMk id="7" creationId="{4F7047EC-511D-2DD1-FD63-55CF66411CA8}"/>
          </ac:spMkLst>
        </pc:spChg>
        <pc:picChg chg="add mod ord modCrop">
          <ac:chgData name="Laurien Deroo" userId="77c4d2cc-4049-438c-adcd-b4063a0f97fc" providerId="ADAL" clId="{35EA1AFE-CD68-4B3F-8339-71C148322864}" dt="2025-12-10T08:17:14.461" v="286" actId="18131"/>
          <ac:picMkLst>
            <pc:docMk/>
            <pc:sldMk cId="917716103" sldId="272"/>
            <ac:picMk id="6" creationId="{5258EB65-210E-3181-5EFF-64E00CB8D191}"/>
          </ac:picMkLst>
        </pc:picChg>
      </pc:sldChg>
      <pc:sldChg chg="addSp delSp modSp add mod">
        <pc:chgData name="Laurien Deroo" userId="77c4d2cc-4049-438c-adcd-b4063a0f97fc" providerId="ADAL" clId="{35EA1AFE-CD68-4B3F-8339-71C148322864}" dt="2025-12-13T14:05:41.046" v="479" actId="1037"/>
        <pc:sldMkLst>
          <pc:docMk/>
          <pc:sldMk cId="2675142450" sldId="274"/>
        </pc:sldMkLst>
        <pc:spChg chg="mod">
          <ac:chgData name="Laurien Deroo" userId="77c4d2cc-4049-438c-adcd-b4063a0f97fc" providerId="ADAL" clId="{35EA1AFE-CD68-4B3F-8339-71C148322864}" dt="2025-12-13T14:00:21.638" v="419" actId="27636"/>
          <ac:spMkLst>
            <pc:docMk/>
            <pc:sldMk cId="2675142450" sldId="274"/>
            <ac:spMk id="6" creationId="{CF03893F-6522-2CB2-D90B-539318FCF568}"/>
          </ac:spMkLst>
        </pc:spChg>
      </pc:sldChg>
      <pc:sldChg chg="modSp mod">
        <pc:chgData name="Laurien Deroo" userId="77c4d2cc-4049-438c-adcd-b4063a0f97fc" providerId="ADAL" clId="{35EA1AFE-CD68-4B3F-8339-71C148322864}" dt="2025-12-17T15:31:57.445" v="802" actId="1582"/>
        <pc:sldMkLst>
          <pc:docMk/>
          <pc:sldMk cId="191640634" sldId="278"/>
        </pc:sldMkLst>
        <pc:picChg chg="mod">
          <ac:chgData name="Laurien Deroo" userId="77c4d2cc-4049-438c-adcd-b4063a0f97fc" providerId="ADAL" clId="{35EA1AFE-CD68-4B3F-8339-71C148322864}" dt="2025-12-17T15:31:57.445" v="802" actId="1582"/>
          <ac:picMkLst>
            <pc:docMk/>
            <pc:sldMk cId="191640634" sldId="278"/>
            <ac:picMk id="9" creationId="{7FAFE301-C273-C70B-406F-6937196FDED1}"/>
          </ac:picMkLst>
        </pc:picChg>
      </pc:sldChg>
      <pc:sldChg chg="addSp modSp mod">
        <pc:chgData name="Laurien Deroo" userId="77c4d2cc-4049-438c-adcd-b4063a0f97fc" providerId="ADAL" clId="{35EA1AFE-CD68-4B3F-8339-71C148322864}" dt="2025-12-18T10:33:43.636" v="858" actId="1582"/>
        <pc:sldMkLst>
          <pc:docMk/>
          <pc:sldMk cId="1682157120" sldId="279"/>
        </pc:sldMkLst>
        <pc:picChg chg="add mod">
          <ac:chgData name="Laurien Deroo" userId="77c4d2cc-4049-438c-adcd-b4063a0f97fc" providerId="ADAL" clId="{35EA1AFE-CD68-4B3F-8339-71C148322864}" dt="2025-12-18T10:32:46.581" v="856"/>
          <ac:picMkLst>
            <pc:docMk/>
            <pc:sldMk cId="1682157120" sldId="279"/>
            <ac:picMk id="3" creationId="{F0ABE00E-2361-D3AC-75BC-9EC19F69CD37}"/>
          </ac:picMkLst>
        </pc:picChg>
        <pc:picChg chg="mod">
          <ac:chgData name="Laurien Deroo" userId="77c4d2cc-4049-438c-adcd-b4063a0f97fc" providerId="ADAL" clId="{35EA1AFE-CD68-4B3F-8339-71C148322864}" dt="2025-12-18T10:33:43.636" v="858" actId="1582"/>
          <ac:picMkLst>
            <pc:docMk/>
            <pc:sldMk cId="1682157120" sldId="279"/>
            <ac:picMk id="5" creationId="{21B799F7-B5FC-EAA4-B922-4AA8B434CDAD}"/>
          </ac:picMkLst>
        </pc:picChg>
      </pc:sldChg>
      <pc:sldChg chg="addSp delSp modSp new mod addAnim delAnim modAnim">
        <pc:chgData name="Laurien Deroo" userId="77c4d2cc-4049-438c-adcd-b4063a0f97fc" providerId="ADAL" clId="{35EA1AFE-CD68-4B3F-8339-71C148322864}" dt="2025-12-17T15:28:27.820" v="800"/>
        <pc:sldMkLst>
          <pc:docMk/>
          <pc:sldMk cId="161800629" sldId="284"/>
        </pc:sldMkLst>
        <pc:spChg chg="del">
          <ac:chgData name="Laurien Deroo" userId="77c4d2cc-4049-438c-adcd-b4063a0f97fc" providerId="ADAL" clId="{35EA1AFE-CD68-4B3F-8339-71C148322864}" dt="2025-12-17T15:15:10.026" v="608" actId="478"/>
          <ac:spMkLst>
            <pc:docMk/>
            <pc:sldMk cId="161800629" sldId="284"/>
            <ac:spMk id="2" creationId="{1D5DE914-983A-223E-79FC-1745EDB72859}"/>
          </ac:spMkLst>
        </pc:spChg>
        <pc:spChg chg="del">
          <ac:chgData name="Laurien Deroo" userId="77c4d2cc-4049-438c-adcd-b4063a0f97fc" providerId="ADAL" clId="{35EA1AFE-CD68-4B3F-8339-71C148322864}" dt="2025-12-17T15:15:12.031" v="609" actId="478"/>
          <ac:spMkLst>
            <pc:docMk/>
            <pc:sldMk cId="161800629" sldId="284"/>
            <ac:spMk id="3" creationId="{28AFA7CF-419F-FF10-80DD-4FBF3873B069}"/>
          </ac:spMkLst>
        </pc:spChg>
        <pc:spChg chg="del">
          <ac:chgData name="Laurien Deroo" userId="77c4d2cc-4049-438c-adcd-b4063a0f97fc" providerId="ADAL" clId="{35EA1AFE-CD68-4B3F-8339-71C148322864}" dt="2025-12-17T15:15:17.440" v="610" actId="478"/>
          <ac:spMkLst>
            <pc:docMk/>
            <pc:sldMk cId="161800629" sldId="284"/>
            <ac:spMk id="4" creationId="{E27B3480-1DBE-2624-B4E7-35F75E74F0CC}"/>
          </ac:spMkLst>
        </pc:spChg>
        <pc:spChg chg="mod">
          <ac:chgData name="Laurien Deroo" userId="77c4d2cc-4049-438c-adcd-b4063a0f97fc" providerId="ADAL" clId="{35EA1AFE-CD68-4B3F-8339-71C148322864}" dt="2025-12-17T15:21:21.483" v="687" actId="27803"/>
          <ac:spMkLst>
            <pc:docMk/>
            <pc:sldMk cId="161800629" sldId="284"/>
            <ac:spMk id="16" creationId="{C56C8DA3-D664-E979-E124-EDA8D6AAE8A5}"/>
          </ac:spMkLst>
        </pc:spChg>
        <pc:spChg chg="mod">
          <ac:chgData name="Laurien Deroo" userId="77c4d2cc-4049-438c-adcd-b4063a0f97fc" providerId="ADAL" clId="{35EA1AFE-CD68-4B3F-8339-71C148322864}" dt="2025-12-17T15:21:21.483" v="687" actId="27803"/>
          <ac:spMkLst>
            <pc:docMk/>
            <pc:sldMk cId="161800629" sldId="284"/>
            <ac:spMk id="17" creationId="{69DBC178-6D7F-0F51-D69C-28A64CDF0EEA}"/>
          </ac:spMkLst>
        </pc:spChg>
        <pc:spChg chg="mod">
          <ac:chgData name="Laurien Deroo" userId="77c4d2cc-4049-438c-adcd-b4063a0f97fc" providerId="ADAL" clId="{35EA1AFE-CD68-4B3F-8339-71C148322864}" dt="2025-12-17T15:21:21.483" v="687" actId="27803"/>
          <ac:spMkLst>
            <pc:docMk/>
            <pc:sldMk cId="161800629" sldId="284"/>
            <ac:spMk id="18" creationId="{7C068D73-5AA4-C248-2D5C-11BA1D4DCCD6}"/>
          </ac:spMkLst>
        </pc:spChg>
        <pc:spChg chg="mod">
          <ac:chgData name="Laurien Deroo" userId="77c4d2cc-4049-438c-adcd-b4063a0f97fc" providerId="ADAL" clId="{35EA1AFE-CD68-4B3F-8339-71C148322864}" dt="2025-12-17T15:21:21.483" v="687" actId="27803"/>
          <ac:spMkLst>
            <pc:docMk/>
            <pc:sldMk cId="161800629" sldId="284"/>
            <ac:spMk id="19" creationId="{95DBB583-A821-3E2E-D596-DF11B4D436A1}"/>
          </ac:spMkLst>
        </pc:spChg>
        <pc:spChg chg="mod">
          <ac:chgData name="Laurien Deroo" userId="77c4d2cc-4049-438c-adcd-b4063a0f97fc" providerId="ADAL" clId="{35EA1AFE-CD68-4B3F-8339-71C148322864}" dt="2025-12-17T15:21:21.483" v="687" actId="27803"/>
          <ac:spMkLst>
            <pc:docMk/>
            <pc:sldMk cId="161800629" sldId="284"/>
            <ac:spMk id="20" creationId="{62885F6D-F587-261F-3D25-9BFFB99CBD43}"/>
          </ac:spMkLst>
        </pc:spChg>
        <pc:spChg chg="mod">
          <ac:chgData name="Laurien Deroo" userId="77c4d2cc-4049-438c-adcd-b4063a0f97fc" providerId="ADAL" clId="{35EA1AFE-CD68-4B3F-8339-71C148322864}" dt="2025-12-17T15:21:27.127" v="692" actId="27803"/>
          <ac:spMkLst>
            <pc:docMk/>
            <pc:sldMk cId="161800629" sldId="284"/>
            <ac:spMk id="23" creationId="{C73A114E-14D1-5759-03DD-5DE9E34F68EF}"/>
          </ac:spMkLst>
        </pc:spChg>
        <pc:spChg chg="mod">
          <ac:chgData name="Laurien Deroo" userId="77c4d2cc-4049-438c-adcd-b4063a0f97fc" providerId="ADAL" clId="{35EA1AFE-CD68-4B3F-8339-71C148322864}" dt="2025-12-17T15:21:27.127" v="692" actId="27803"/>
          <ac:spMkLst>
            <pc:docMk/>
            <pc:sldMk cId="161800629" sldId="284"/>
            <ac:spMk id="24" creationId="{15648FA2-94AA-0A3F-D73B-AE850F8B4124}"/>
          </ac:spMkLst>
        </pc:spChg>
        <pc:spChg chg="mod">
          <ac:chgData name="Laurien Deroo" userId="77c4d2cc-4049-438c-adcd-b4063a0f97fc" providerId="ADAL" clId="{35EA1AFE-CD68-4B3F-8339-71C148322864}" dt="2025-12-17T15:21:27.127" v="692" actId="27803"/>
          <ac:spMkLst>
            <pc:docMk/>
            <pc:sldMk cId="161800629" sldId="284"/>
            <ac:spMk id="25" creationId="{903E3002-2AED-1F61-A7B1-9FE0B7DDCC50}"/>
          </ac:spMkLst>
        </pc:spChg>
        <pc:spChg chg="mod">
          <ac:chgData name="Laurien Deroo" userId="77c4d2cc-4049-438c-adcd-b4063a0f97fc" providerId="ADAL" clId="{35EA1AFE-CD68-4B3F-8339-71C148322864}" dt="2025-12-17T15:21:27.127" v="692" actId="27803"/>
          <ac:spMkLst>
            <pc:docMk/>
            <pc:sldMk cId="161800629" sldId="284"/>
            <ac:spMk id="26" creationId="{A82865A5-E5E5-F1E4-77AF-DA593C6B1537}"/>
          </ac:spMkLst>
        </pc:spChg>
        <pc:spChg chg="mod">
          <ac:chgData name="Laurien Deroo" userId="77c4d2cc-4049-438c-adcd-b4063a0f97fc" providerId="ADAL" clId="{35EA1AFE-CD68-4B3F-8339-71C148322864}" dt="2025-12-17T15:21:27.127" v="692" actId="27803"/>
          <ac:spMkLst>
            <pc:docMk/>
            <pc:sldMk cId="161800629" sldId="284"/>
            <ac:spMk id="27" creationId="{6D8863C0-ABD3-5E4A-ACC8-D14A21B8BADF}"/>
          </ac:spMkLst>
        </pc:spChg>
        <pc:spChg chg="add mod">
          <ac:chgData name="Laurien Deroo" userId="77c4d2cc-4049-438c-adcd-b4063a0f97fc" providerId="ADAL" clId="{35EA1AFE-CD68-4B3F-8339-71C148322864}" dt="2025-12-17T15:27:49.933" v="797" actId="164"/>
          <ac:spMkLst>
            <pc:docMk/>
            <pc:sldMk cId="161800629" sldId="284"/>
            <ac:spMk id="39" creationId="{077FACF0-5A6D-F7BB-04E1-F178B34E8099}"/>
          </ac:spMkLst>
        </pc:spChg>
        <pc:grpChg chg="mod">
          <ac:chgData name="Laurien Deroo" userId="77c4d2cc-4049-438c-adcd-b4063a0f97fc" providerId="ADAL" clId="{35EA1AFE-CD68-4B3F-8339-71C148322864}" dt="2025-12-17T15:21:26.704" v="691" actId="1076"/>
          <ac:grpSpMkLst>
            <pc:docMk/>
            <pc:sldMk cId="161800629" sldId="284"/>
            <ac:grpSpMk id="15" creationId="{29F789F1-9508-4FCB-7996-FFD3F6B1C299}"/>
          </ac:grpSpMkLst>
        </pc:grpChg>
        <pc:grpChg chg="add mod">
          <ac:chgData name="Laurien Deroo" userId="77c4d2cc-4049-438c-adcd-b4063a0f97fc" providerId="ADAL" clId="{35EA1AFE-CD68-4B3F-8339-71C148322864}" dt="2025-12-17T15:21:27.127" v="692" actId="27803"/>
          <ac:grpSpMkLst>
            <pc:docMk/>
            <pc:sldMk cId="161800629" sldId="284"/>
            <ac:grpSpMk id="22" creationId="{BF208F54-22C7-B171-271F-C979AFF1AB65}"/>
          </ac:grpSpMkLst>
        </pc:grpChg>
        <pc:grpChg chg="add mod">
          <ac:chgData name="Laurien Deroo" userId="77c4d2cc-4049-438c-adcd-b4063a0f97fc" providerId="ADAL" clId="{35EA1AFE-CD68-4B3F-8339-71C148322864}" dt="2025-12-17T15:27:49.933" v="797" actId="164"/>
          <ac:grpSpMkLst>
            <pc:docMk/>
            <pc:sldMk cId="161800629" sldId="284"/>
            <ac:grpSpMk id="40" creationId="{5D48B406-B2FD-D17E-FD27-97C57D301520}"/>
          </ac:grpSpMkLst>
        </pc:grpChg>
        <pc:picChg chg="add mod">
          <ac:chgData name="Laurien Deroo" userId="77c4d2cc-4049-438c-adcd-b4063a0f97fc" providerId="ADAL" clId="{35EA1AFE-CD68-4B3F-8339-71C148322864}" dt="2025-12-17T15:22:20.842" v="711" actId="1076"/>
          <ac:picMkLst>
            <pc:docMk/>
            <pc:sldMk cId="161800629" sldId="284"/>
            <ac:picMk id="6" creationId="{101BEB5F-D446-5B6C-62DC-9B27568EDF05}"/>
          </ac:picMkLst>
        </pc:picChg>
        <pc:picChg chg="add del mod">
          <ac:chgData name="Laurien Deroo" userId="77c4d2cc-4049-438c-adcd-b4063a0f97fc" providerId="ADAL" clId="{35EA1AFE-CD68-4B3F-8339-71C148322864}" dt="2025-12-17T15:23:08.738" v="726" actId="478"/>
          <ac:picMkLst>
            <pc:docMk/>
            <pc:sldMk cId="161800629" sldId="284"/>
            <ac:picMk id="8" creationId="{5DBCBB77-9708-4096-D59F-E121167FEAB2}"/>
          </ac:picMkLst>
        </pc:picChg>
        <pc:picChg chg="add mod">
          <ac:chgData name="Laurien Deroo" userId="77c4d2cc-4049-438c-adcd-b4063a0f97fc" providerId="ADAL" clId="{35EA1AFE-CD68-4B3F-8339-71C148322864}" dt="2025-12-17T15:22:30.085" v="716" actId="1076"/>
          <ac:picMkLst>
            <pc:docMk/>
            <pc:sldMk cId="161800629" sldId="284"/>
            <ac:picMk id="10" creationId="{E5BA4969-BD49-1418-7631-7246B16320FB}"/>
          </ac:picMkLst>
        </pc:picChg>
        <pc:picChg chg="add mod">
          <ac:chgData name="Laurien Deroo" userId="77c4d2cc-4049-438c-adcd-b4063a0f97fc" providerId="ADAL" clId="{35EA1AFE-CD68-4B3F-8339-71C148322864}" dt="2025-12-17T15:22:36.642" v="720" actId="1076"/>
          <ac:picMkLst>
            <pc:docMk/>
            <pc:sldMk cId="161800629" sldId="284"/>
            <ac:picMk id="12" creationId="{0819021C-5ADE-B505-8539-5812C4291D13}"/>
          </ac:picMkLst>
        </pc:picChg>
        <pc:picChg chg="add mod">
          <ac:chgData name="Laurien Deroo" userId="77c4d2cc-4049-438c-adcd-b4063a0f97fc" providerId="ADAL" clId="{35EA1AFE-CD68-4B3F-8339-71C148322864}" dt="2025-12-17T15:22:41.564" v="723" actId="1076"/>
          <ac:picMkLst>
            <pc:docMk/>
            <pc:sldMk cId="161800629" sldId="284"/>
            <ac:picMk id="14" creationId="{4FFB2257-04FD-659D-E4AE-B750F980788F}"/>
          </ac:picMkLst>
        </pc:picChg>
        <pc:picChg chg="add mod">
          <ac:chgData name="Laurien Deroo" userId="77c4d2cc-4049-438c-adcd-b4063a0f97fc" providerId="ADAL" clId="{35EA1AFE-CD68-4B3F-8339-71C148322864}" dt="2025-12-17T15:27:49.933" v="797" actId="164"/>
          <ac:picMkLst>
            <pc:docMk/>
            <pc:sldMk cId="161800629" sldId="284"/>
            <ac:picMk id="29" creationId="{0808D9EF-4717-79EA-21C1-66EB09585095}"/>
          </ac:picMkLst>
        </pc:picChg>
        <pc:picChg chg="add mod">
          <ac:chgData name="Laurien Deroo" userId="77c4d2cc-4049-438c-adcd-b4063a0f97fc" providerId="ADAL" clId="{35EA1AFE-CD68-4B3F-8339-71C148322864}" dt="2025-12-17T15:23:28.344" v="735" actId="1076"/>
          <ac:picMkLst>
            <pc:docMk/>
            <pc:sldMk cId="161800629" sldId="284"/>
            <ac:picMk id="31" creationId="{3C843E1B-0892-DD91-F76D-1B821347D2BD}"/>
          </ac:picMkLst>
        </pc:picChg>
        <pc:picChg chg="add mod">
          <ac:chgData name="Laurien Deroo" userId="77c4d2cc-4049-438c-adcd-b4063a0f97fc" providerId="ADAL" clId="{35EA1AFE-CD68-4B3F-8339-71C148322864}" dt="2025-12-17T15:25:42.679" v="768" actId="1076"/>
          <ac:picMkLst>
            <pc:docMk/>
            <pc:sldMk cId="161800629" sldId="284"/>
            <ac:picMk id="33" creationId="{AF4FB5E7-873A-3464-AEBB-07CD489AC226}"/>
          </ac:picMkLst>
        </pc:picChg>
        <pc:picChg chg="add mod">
          <ac:chgData name="Laurien Deroo" userId="77c4d2cc-4049-438c-adcd-b4063a0f97fc" providerId="ADAL" clId="{35EA1AFE-CD68-4B3F-8339-71C148322864}" dt="2025-12-17T15:24:33.516" v="752" actId="14100"/>
          <ac:picMkLst>
            <pc:docMk/>
            <pc:sldMk cId="161800629" sldId="284"/>
            <ac:picMk id="34" creationId="{A893403C-0718-7DBD-5BE7-978989BEFC3A}"/>
          </ac:picMkLst>
        </pc:picChg>
        <pc:picChg chg="add mod">
          <ac:chgData name="Laurien Deroo" userId="77c4d2cc-4049-438c-adcd-b4063a0f97fc" providerId="ADAL" clId="{35EA1AFE-CD68-4B3F-8339-71C148322864}" dt="2025-12-17T15:25:15.792" v="759" actId="1076"/>
          <ac:picMkLst>
            <pc:docMk/>
            <pc:sldMk cId="161800629" sldId="284"/>
            <ac:picMk id="35" creationId="{661FD645-F1B2-9E48-4889-69708E022FFF}"/>
          </ac:picMkLst>
        </pc:picChg>
        <pc:picChg chg="add mod">
          <ac:chgData name="Laurien Deroo" userId="77c4d2cc-4049-438c-adcd-b4063a0f97fc" providerId="ADAL" clId="{35EA1AFE-CD68-4B3F-8339-71C148322864}" dt="2025-12-17T15:25:36.395" v="766" actId="1076"/>
          <ac:picMkLst>
            <pc:docMk/>
            <pc:sldMk cId="161800629" sldId="284"/>
            <ac:picMk id="36" creationId="{7575BA2E-F74B-A56F-FF96-A44C715E873C}"/>
          </ac:picMkLst>
        </pc:picChg>
        <pc:picChg chg="add mod">
          <ac:chgData name="Laurien Deroo" userId="77c4d2cc-4049-438c-adcd-b4063a0f97fc" providerId="ADAL" clId="{35EA1AFE-CD68-4B3F-8339-71C148322864}" dt="2025-12-17T15:25:50.658" v="772" actId="1076"/>
          <ac:picMkLst>
            <pc:docMk/>
            <pc:sldMk cId="161800629" sldId="284"/>
            <ac:picMk id="37" creationId="{0173EC37-5F3E-10E5-52A1-581C4CEDF4E1}"/>
          </ac:picMkLst>
        </pc:picChg>
        <pc:picChg chg="add mod">
          <ac:chgData name="Laurien Deroo" userId="77c4d2cc-4049-438c-adcd-b4063a0f97fc" providerId="ADAL" clId="{35EA1AFE-CD68-4B3F-8339-71C148322864}" dt="2025-12-17T15:26:00.151" v="773"/>
          <ac:picMkLst>
            <pc:docMk/>
            <pc:sldMk cId="161800629" sldId="284"/>
            <ac:picMk id="38" creationId="{3F84FD0E-F462-CAD6-73B2-5A88B551A783}"/>
          </ac:picMkLst>
        </pc:picChg>
      </pc:sldChg>
    </pc:docChg>
  </pc:docChgLst>
  <pc:docChgLst>
    <pc:chgData name="Senne Beyl" userId="S::senne.beyl@ugent.be::fab91422-8708-4b88-b510-607ed1544099" providerId="AD" clId="Web-{7A020697-7174-325E-8861-B1DF5B8400B0}"/>
    <pc:docChg chg="addSld modSld">
      <pc:chgData name="Senne Beyl" userId="S::senne.beyl@ugent.be::fab91422-8708-4b88-b510-607ed1544099" providerId="AD" clId="Web-{7A020697-7174-325E-8861-B1DF5B8400B0}" dt="2025-12-09T11:18:18.120" v="278"/>
      <pc:docMkLst>
        <pc:docMk/>
      </pc:docMkLst>
      <pc:sldChg chg="addSp delSp modSp">
        <pc:chgData name="Senne Beyl" userId="S::senne.beyl@ugent.be::fab91422-8708-4b88-b510-607ed1544099" providerId="AD" clId="Web-{7A020697-7174-325E-8861-B1DF5B8400B0}" dt="2025-12-09T10:47:07.035" v="208" actId="20577"/>
        <pc:sldMkLst>
          <pc:docMk/>
          <pc:sldMk cId="2977715122" sldId="257"/>
        </pc:sldMkLst>
        <pc:spChg chg="mod">
          <ac:chgData name="Senne Beyl" userId="S::senne.beyl@ugent.be::fab91422-8708-4b88-b510-607ed1544099" providerId="AD" clId="Web-{7A020697-7174-325E-8861-B1DF5B8400B0}" dt="2025-12-09T10:47:07.035" v="208" actId="20577"/>
          <ac:spMkLst>
            <pc:docMk/>
            <pc:sldMk cId="2977715122" sldId="257"/>
            <ac:spMk id="3" creationId="{0AF5C258-B396-86B3-384E-9C36717A6ABE}"/>
          </ac:spMkLst>
        </pc:spChg>
        <pc:spChg chg="add mod">
          <ac:chgData name="Senne Beyl" userId="S::senne.beyl@ugent.be::fab91422-8708-4b88-b510-607ed1544099" providerId="AD" clId="Web-{7A020697-7174-325E-8861-B1DF5B8400B0}" dt="2025-12-09T10:41:29.449" v="39" actId="20577"/>
          <ac:spMkLst>
            <pc:docMk/>
            <pc:sldMk cId="2977715122" sldId="257"/>
            <ac:spMk id="5" creationId="{97A38237-0495-4700-B771-FC7F14D1B013}"/>
          </ac:spMkLst>
        </pc:spChg>
      </pc:sldChg>
      <pc:sldChg chg="add replId">
        <pc:chgData name="Senne Beyl" userId="S::senne.beyl@ugent.be::fab91422-8708-4b88-b510-607ed1544099" providerId="AD" clId="Web-{7A020697-7174-325E-8861-B1DF5B8400B0}" dt="2025-12-09T11:18:05.714" v="276"/>
        <pc:sldMkLst>
          <pc:docMk/>
          <pc:sldMk cId="1310504312" sldId="266"/>
        </pc:sldMkLst>
      </pc:sldChg>
      <pc:sldChg chg="add replId">
        <pc:chgData name="Senne Beyl" userId="S::senne.beyl@ugent.be::fab91422-8708-4b88-b510-607ed1544099" providerId="AD" clId="Web-{7A020697-7174-325E-8861-B1DF5B8400B0}" dt="2025-12-09T11:18:08.526" v="277"/>
        <pc:sldMkLst>
          <pc:docMk/>
          <pc:sldMk cId="2744858076" sldId="267"/>
        </pc:sldMkLst>
      </pc:sldChg>
      <pc:sldChg chg="add replId">
        <pc:chgData name="Senne Beyl" userId="S::senne.beyl@ugent.be::fab91422-8708-4b88-b510-607ed1544099" providerId="AD" clId="Web-{7A020697-7174-325E-8861-B1DF5B8400B0}" dt="2025-12-09T11:18:18.120" v="278"/>
        <pc:sldMkLst>
          <pc:docMk/>
          <pc:sldMk cId="4274853114" sldId="268"/>
        </pc:sldMkLst>
      </pc:sldChg>
    </pc:docChg>
  </pc:docChgLst>
  <pc:docChgLst>
    <pc:chgData name="Senne Beyl" userId="S::senne.beyl@ugent.be::fab91422-8708-4b88-b510-607ed1544099" providerId="AD" clId="Web-{D45E2891-3957-898E-E2E8-27E3F63C7DD9}"/>
    <pc:docChg chg="modSld">
      <pc:chgData name="Senne Beyl" userId="S::senne.beyl@ugent.be::fab91422-8708-4b88-b510-607ed1544099" providerId="AD" clId="Web-{D45E2891-3957-898E-E2E8-27E3F63C7DD9}" dt="2025-12-09T11:47:20.735" v="37" actId="20577"/>
      <pc:docMkLst>
        <pc:docMk/>
      </pc:docMkLst>
      <pc:sldChg chg="modSp">
        <pc:chgData name="Senne Beyl" userId="S::senne.beyl@ugent.be::fab91422-8708-4b88-b510-607ed1544099" providerId="AD" clId="Web-{D45E2891-3957-898E-E2E8-27E3F63C7DD9}" dt="2025-12-09T11:47:20.735" v="37" actId="20577"/>
        <pc:sldMkLst>
          <pc:docMk/>
          <pc:sldMk cId="578485003" sldId="264"/>
        </pc:sldMkLst>
        <pc:spChg chg="mod">
          <ac:chgData name="Senne Beyl" userId="S::senne.beyl@ugent.be::fab91422-8708-4b88-b510-607ed1544099" providerId="AD" clId="Web-{D45E2891-3957-898E-E2E8-27E3F63C7DD9}" dt="2025-12-09T11:47:20.735" v="37" actId="20577"/>
          <ac:spMkLst>
            <pc:docMk/>
            <pc:sldMk cId="578485003" sldId="264"/>
            <ac:spMk id="2" creationId="{5FBC6B7A-B53C-CF21-697E-787C8857DD3A}"/>
          </ac:spMkLst>
        </pc:spChg>
      </pc:sldChg>
    </pc:docChg>
  </pc:docChgLst>
  <pc:docChgLst>
    <pc:chgData name="Senne Beyl" userId="S::senne.beyl@ugent.be::fab91422-8708-4b88-b510-607ed1544099" providerId="AD" clId="Web-{F8538A95-E533-1140-B8A9-737037566D22}"/>
    <pc:docChg chg="modSld">
      <pc:chgData name="Senne Beyl" userId="S::senne.beyl@ugent.be::fab91422-8708-4b88-b510-607ed1544099" providerId="AD" clId="Web-{F8538A95-E533-1140-B8A9-737037566D22}" dt="2025-12-09T11:37:33.465" v="8" actId="1076"/>
      <pc:docMkLst>
        <pc:docMk/>
      </pc:docMkLst>
      <pc:sldChg chg="modSp">
        <pc:chgData name="Senne Beyl" userId="S::senne.beyl@ugent.be::fab91422-8708-4b88-b510-607ed1544099" providerId="AD" clId="Web-{F8538A95-E533-1140-B8A9-737037566D22}" dt="2025-12-09T11:23:39.870" v="5" actId="20577"/>
        <pc:sldMkLst>
          <pc:docMk/>
          <pc:sldMk cId="53082009" sldId="258"/>
        </pc:sldMkLst>
        <pc:spChg chg="mod">
          <ac:chgData name="Senne Beyl" userId="S::senne.beyl@ugent.be::fab91422-8708-4b88-b510-607ed1544099" providerId="AD" clId="Web-{F8538A95-E533-1140-B8A9-737037566D22}" dt="2025-12-09T11:23:39.870" v="5" actId="20577"/>
          <ac:spMkLst>
            <pc:docMk/>
            <pc:sldMk cId="53082009" sldId="258"/>
            <ac:spMk id="6" creationId="{5751E3A6-36B7-EFE0-E4A9-4C010F0C8B33}"/>
          </ac:spMkLst>
        </pc:spChg>
      </pc:sldChg>
    </pc:docChg>
  </pc:docChgLst>
  <pc:docChgLst>
    <pc:chgData name="Maxime Ramon" userId="S::maxime.ramon@ugent.be::27e79037-1349-45c8-a957-21861299f483" providerId="AD" clId="Web-{C45F6DCF-375E-02ED-B81F-EC50431D6433}"/>
    <pc:docChg chg="addSld delSld modSld sldOrd">
      <pc:chgData name="Maxime Ramon" userId="S::maxime.ramon@ugent.be::27e79037-1349-45c8-a957-21861299f483" providerId="AD" clId="Web-{C45F6DCF-375E-02ED-B81F-EC50431D6433}" dt="2025-12-09T11:52:26.752" v="825" actId="1076"/>
      <pc:docMkLst>
        <pc:docMk/>
      </pc:docMkLst>
      <pc:sldChg chg="addSp delSp modSp ord">
        <pc:chgData name="Maxime Ramon" userId="S::maxime.ramon@ugent.be::27e79037-1349-45c8-a957-21861299f483" providerId="AD" clId="Web-{C45F6DCF-375E-02ED-B81F-EC50431D6433}" dt="2025-12-09T11:18:02.060" v="543"/>
        <pc:sldMkLst>
          <pc:docMk/>
          <pc:sldMk cId="53082009" sldId="258"/>
        </pc:sldMkLst>
        <pc:spChg chg="mod">
          <ac:chgData name="Maxime Ramon" userId="S::maxime.ramon@ugent.be::27e79037-1349-45c8-a957-21861299f483" providerId="AD" clId="Web-{C45F6DCF-375E-02ED-B81F-EC50431D6433}" dt="2025-12-09T10:42:06.167" v="47" actId="20577"/>
          <ac:spMkLst>
            <pc:docMk/>
            <pc:sldMk cId="53082009" sldId="258"/>
            <ac:spMk id="2" creationId="{DF77CD97-FCDA-8E24-F484-AE3F9D73FF45}"/>
          </ac:spMkLst>
        </pc:spChg>
      </pc:sldChg>
      <pc:sldChg chg="modSp new ord">
        <pc:chgData name="Maxime Ramon" userId="S::maxime.ramon@ugent.be::27e79037-1349-45c8-a957-21861299f483" providerId="AD" clId="Web-{C45F6DCF-375E-02ED-B81F-EC50431D6433}" dt="2025-12-09T10:46:39.932" v="151"/>
        <pc:sldMkLst>
          <pc:docMk/>
          <pc:sldMk cId="2007021407" sldId="259"/>
        </pc:sldMkLst>
        <pc:spChg chg="mod">
          <ac:chgData name="Maxime Ramon" userId="S::maxime.ramon@ugent.be::27e79037-1349-45c8-a957-21861299f483" providerId="AD" clId="Web-{C45F6DCF-375E-02ED-B81F-EC50431D6433}" dt="2025-12-09T10:39:26.463" v="17" actId="20577"/>
          <ac:spMkLst>
            <pc:docMk/>
            <pc:sldMk cId="2007021407" sldId="259"/>
            <ac:spMk id="2" creationId="{5BAD128C-94CD-BA7D-60BF-3599972DC2AA}"/>
          </ac:spMkLst>
        </pc:spChg>
        <pc:spChg chg="mod">
          <ac:chgData name="Maxime Ramon" userId="S::maxime.ramon@ugent.be::27e79037-1349-45c8-a957-21861299f483" providerId="AD" clId="Web-{C45F6DCF-375E-02ED-B81F-EC50431D6433}" dt="2025-12-09T10:44:42.849" v="126" actId="20577"/>
          <ac:spMkLst>
            <pc:docMk/>
            <pc:sldMk cId="2007021407" sldId="259"/>
            <ac:spMk id="4" creationId="{52778A14-9DDC-63EA-2F6E-CE9FF84BC99C}"/>
          </ac:spMkLst>
        </pc:spChg>
      </pc:sldChg>
      <pc:sldChg chg="modSp new">
        <pc:chgData name="Maxime Ramon" userId="S::maxime.ramon@ugent.be::27e79037-1349-45c8-a957-21861299f483" providerId="AD" clId="Web-{C45F6DCF-375E-02ED-B81F-EC50431D6433}" dt="2025-12-09T10:59:18.932" v="465" actId="20577"/>
        <pc:sldMkLst>
          <pc:docMk/>
          <pc:sldMk cId="2767118903" sldId="261"/>
        </pc:sldMkLst>
        <pc:spChg chg="mod">
          <ac:chgData name="Maxime Ramon" userId="S::maxime.ramon@ugent.be::27e79037-1349-45c8-a957-21861299f483" providerId="AD" clId="Web-{C45F6DCF-375E-02ED-B81F-EC50431D6433}" dt="2025-12-09T10:41:51.228" v="33" actId="20577"/>
          <ac:spMkLst>
            <pc:docMk/>
            <pc:sldMk cId="2767118903" sldId="261"/>
            <ac:spMk id="2" creationId="{0BFE6190-2292-1E4B-5243-5E646409B9BA}"/>
          </ac:spMkLst>
        </pc:spChg>
        <pc:spChg chg="mod">
          <ac:chgData name="Maxime Ramon" userId="S::maxime.ramon@ugent.be::27e79037-1349-45c8-a957-21861299f483" providerId="AD" clId="Web-{C45F6DCF-375E-02ED-B81F-EC50431D6433}" dt="2025-12-09T10:55:33.620" v="390" actId="20577"/>
          <ac:spMkLst>
            <pc:docMk/>
            <pc:sldMk cId="2767118903" sldId="261"/>
            <ac:spMk id="3" creationId="{15F50B0F-1929-F32F-B3B6-EB44788B4343}"/>
          </ac:spMkLst>
        </pc:spChg>
        <pc:spChg chg="mod">
          <ac:chgData name="Maxime Ramon" userId="S::maxime.ramon@ugent.be::27e79037-1349-45c8-a957-21861299f483" providerId="AD" clId="Web-{C45F6DCF-375E-02ED-B81F-EC50431D6433}" dt="2025-12-09T10:59:18.932" v="465" actId="20577"/>
          <ac:spMkLst>
            <pc:docMk/>
            <pc:sldMk cId="2767118903" sldId="261"/>
            <ac:spMk id="4" creationId="{6D5DBF93-DF0F-9E0F-2092-845C26BEDFD1}"/>
          </ac:spMkLst>
        </pc:spChg>
      </pc:sldChg>
      <pc:sldChg chg="addSp delSp modSp add mod replId setBg setClrOvrMap">
        <pc:chgData name="Maxime Ramon" userId="S::maxime.ramon@ugent.be::27e79037-1349-45c8-a957-21861299f483" providerId="AD" clId="Web-{C45F6DCF-375E-02ED-B81F-EC50431D6433}" dt="2025-12-09T11:49:50.115" v="776" actId="1076"/>
        <pc:sldMkLst>
          <pc:docMk/>
          <pc:sldMk cId="578485003" sldId="264"/>
        </pc:sldMkLst>
        <pc:spChg chg="mod ord">
          <ac:chgData name="Maxime Ramon" userId="S::maxime.ramon@ugent.be::27e79037-1349-45c8-a957-21861299f483" providerId="AD" clId="Web-{C45F6DCF-375E-02ED-B81F-EC50431D6433}" dt="2025-12-09T11:49:09.283" v="771" actId="1076"/>
          <ac:spMkLst>
            <pc:docMk/>
            <pc:sldMk cId="578485003" sldId="264"/>
            <ac:spMk id="2" creationId="{5FBC6B7A-B53C-CF21-697E-787C8857DD3A}"/>
          </ac:spMkLst>
        </pc:spChg>
        <pc:spChg chg="add mod">
          <ac:chgData name="Maxime Ramon" userId="S::maxime.ramon@ugent.be::27e79037-1349-45c8-a957-21861299f483" providerId="AD" clId="Web-{C45F6DCF-375E-02ED-B81F-EC50431D6433}" dt="2025-12-09T11:49:43.896" v="775" actId="1076"/>
          <ac:spMkLst>
            <pc:docMk/>
            <pc:sldMk cId="578485003" sldId="264"/>
            <ac:spMk id="8" creationId="{AFCBBC28-E9C4-DD75-A0A8-2102CDC5063B}"/>
          </ac:spMkLst>
        </pc:spChg>
        <pc:spChg chg="add mod">
          <ac:chgData name="Maxime Ramon" userId="S::maxime.ramon@ugent.be::27e79037-1349-45c8-a957-21861299f483" providerId="AD" clId="Web-{C45F6DCF-375E-02ED-B81F-EC50431D6433}" dt="2025-12-09T11:49:50.115" v="776" actId="1076"/>
          <ac:spMkLst>
            <pc:docMk/>
            <pc:sldMk cId="578485003" sldId="264"/>
            <ac:spMk id="14" creationId="{0CFA259D-33A7-A268-D5A2-A5995A216ACB}"/>
          </ac:spMkLst>
        </pc:spChg>
        <pc:spChg chg="add mod">
          <ac:chgData name="Maxime Ramon" userId="S::maxime.ramon@ugent.be::27e79037-1349-45c8-a957-21861299f483" providerId="AD" clId="Web-{C45F6DCF-375E-02ED-B81F-EC50431D6433}" dt="2025-12-09T11:49:40.817" v="774" actId="1076"/>
          <ac:spMkLst>
            <pc:docMk/>
            <pc:sldMk cId="578485003" sldId="264"/>
            <ac:spMk id="17" creationId="{57CAA2C3-DCDA-5CD7-64E4-DEF6D74102DA}"/>
          </ac:spMkLst>
        </pc:spChg>
        <pc:picChg chg="add mod ord modCrop">
          <ac:chgData name="Maxime Ramon" userId="S::maxime.ramon@ugent.be::27e79037-1349-45c8-a957-21861299f483" providerId="AD" clId="Web-{C45F6DCF-375E-02ED-B81F-EC50431D6433}" dt="2025-12-09T11:49:28.394" v="773" actId="14100"/>
          <ac:picMkLst>
            <pc:docMk/>
            <pc:sldMk cId="578485003" sldId="264"/>
            <ac:picMk id="4" creationId="{4A290A3C-B273-D817-506F-A1AF5E64E40F}"/>
          </ac:picMkLst>
        </pc:picChg>
      </pc:sldChg>
      <pc:sldChg chg="addSp delSp modSp new mod setBg setClrOvrMap">
        <pc:chgData name="Maxime Ramon" userId="S::maxime.ramon@ugent.be::27e79037-1349-45c8-a957-21861299f483" providerId="AD" clId="Web-{C45F6DCF-375E-02ED-B81F-EC50431D6433}" dt="2025-12-09T11:15:03.530" v="541" actId="20577"/>
        <pc:sldMkLst>
          <pc:docMk/>
          <pc:sldMk cId="2508850703" sldId="265"/>
        </pc:sldMkLst>
        <pc:spChg chg="mod">
          <ac:chgData name="Maxime Ramon" userId="S::maxime.ramon@ugent.be::27e79037-1349-45c8-a957-21861299f483" providerId="AD" clId="Web-{C45F6DCF-375E-02ED-B81F-EC50431D6433}" dt="2025-12-09T11:15:03.530" v="541" actId="20577"/>
          <ac:spMkLst>
            <pc:docMk/>
            <pc:sldMk cId="2508850703" sldId="265"/>
            <ac:spMk id="2" creationId="{93013FCD-3C54-813C-73F7-4D4DF4764245}"/>
          </ac:spMkLst>
        </pc:spChg>
      </pc:sldChg>
    </pc:docChg>
  </pc:docChgLst>
  <pc:docChgLst>
    <pc:chgData name="Senne Beyl" userId="S::senne.beyl@ugent.be::fab91422-8708-4b88-b510-607ed1544099" providerId="AD" clId="Web-{FE7E2E68-90BD-EFB1-89B7-A56E0678C47E}"/>
    <pc:docChg chg="modSld">
      <pc:chgData name="Senne Beyl" userId="S::senne.beyl@ugent.be::fab91422-8708-4b88-b510-607ed1544099" providerId="AD" clId="Web-{FE7E2E68-90BD-EFB1-89B7-A56E0678C47E}" dt="2025-12-17T09:50:09.323" v="0" actId="20577"/>
      <pc:docMkLst>
        <pc:docMk/>
      </pc:docMkLst>
      <pc:sldChg chg="modSp">
        <pc:chgData name="Senne Beyl" userId="S::senne.beyl@ugent.be::fab91422-8708-4b88-b510-607ed1544099" providerId="AD" clId="Web-{FE7E2E68-90BD-EFB1-89B7-A56E0678C47E}" dt="2025-12-17T09:50:09.323" v="0" actId="20577"/>
        <pc:sldMkLst>
          <pc:docMk/>
          <pc:sldMk cId="2744858076" sldId="267"/>
        </pc:sldMkLst>
        <pc:spChg chg="mod">
          <ac:chgData name="Senne Beyl" userId="S::senne.beyl@ugent.be::fab91422-8708-4b88-b510-607ed1544099" providerId="AD" clId="Web-{FE7E2E68-90BD-EFB1-89B7-A56E0678C47E}" dt="2025-12-17T09:50:09.323" v="0" actId="20577"/>
          <ac:spMkLst>
            <pc:docMk/>
            <pc:sldMk cId="2744858076" sldId="267"/>
            <ac:spMk id="9" creationId="{1B5CE286-F16F-96BD-C425-044A9EC55E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C860A-E6A1-46A2-A422-33EF7A92E0D6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E5386-0501-495F-8C3C-C15B6F59FB7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714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E5386-0501-495F-8C3C-C15B6F59FB77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7327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706540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09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6428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638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587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392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827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6006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034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953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9665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C16A47A-ADD9-4242-AF63-77F35F9BA182}" type="datetimeFigureOut">
              <a:rPr lang="nl-NL" smtClean="0"/>
              <a:t>18-12-2025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26A0C31-7371-4821-B64D-99B787E30FAD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61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80914-D5A9-FA28-812A-043F17614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428" y="2050714"/>
            <a:ext cx="9323144" cy="1888998"/>
          </a:xfrm>
        </p:spPr>
        <p:txBody>
          <a:bodyPr/>
          <a:lstStyle/>
          <a:p>
            <a:r>
              <a:rPr lang="nl-NL" sz="13800" noProof="0" dirty="0" err="1"/>
              <a:t>Agriflow</a:t>
            </a:r>
            <a:endParaRPr lang="nl-NL" sz="8000" noProof="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DBEFD8D-62BA-AB5A-CCB6-45F39125D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2292" y="4949645"/>
            <a:ext cx="9087415" cy="468237"/>
          </a:xfrm>
        </p:spPr>
        <p:txBody>
          <a:bodyPr>
            <a:normAutofit/>
          </a:bodyPr>
          <a:lstStyle/>
          <a:p>
            <a:r>
              <a:rPr lang="nl-NL" sz="1800" noProof="0" dirty="0"/>
              <a:t>Senne </a:t>
            </a:r>
            <a:r>
              <a:rPr lang="nl-NL" sz="1800" noProof="0" dirty="0" err="1"/>
              <a:t>Beyl</a:t>
            </a:r>
            <a:r>
              <a:rPr lang="nl-NL" sz="1800" noProof="0" dirty="0"/>
              <a:t> – Laurien Deroo – </a:t>
            </a:r>
            <a:r>
              <a:rPr lang="nl-NL" sz="1800" noProof="0" dirty="0" err="1"/>
              <a:t>Gaëtan</a:t>
            </a:r>
            <a:r>
              <a:rPr lang="nl-NL" sz="1800" noProof="0" dirty="0"/>
              <a:t> </a:t>
            </a:r>
            <a:r>
              <a:rPr lang="nl-NL" sz="1800" noProof="0" dirty="0" err="1"/>
              <a:t>Hanet</a:t>
            </a:r>
            <a:r>
              <a:rPr lang="nl-NL" sz="1800" noProof="0" dirty="0"/>
              <a:t> – Maxime Ramon – Mathis Van Camp </a:t>
            </a:r>
          </a:p>
        </p:txBody>
      </p:sp>
      <p:sp>
        <p:nvSpPr>
          <p:cNvPr id="4" name="Ondertitel 2">
            <a:extLst>
              <a:ext uri="{FF2B5EF4-FFF2-40B4-BE49-F238E27FC236}">
                <a16:creationId xmlns:a16="http://schemas.microsoft.com/office/drawing/2014/main" id="{7E61FB0A-E503-FF7B-E601-A8029833BFFB}"/>
              </a:ext>
            </a:extLst>
          </p:cNvPr>
          <p:cNvSpPr txBox="1">
            <a:spLocks/>
          </p:cNvSpPr>
          <p:nvPr/>
        </p:nvSpPr>
        <p:spPr>
          <a:xfrm>
            <a:off x="2722330" y="3608837"/>
            <a:ext cx="6747338" cy="6845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noProof="0" dirty="0"/>
              <a:t>De slimme oplossing voor landbouwplanning en logistiek</a:t>
            </a:r>
          </a:p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68582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AF5C258-B396-86B3-384E-9C36717A6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025" y="1482804"/>
            <a:ext cx="9612971" cy="11433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 algn="l">
              <a:buFont typeface="Wingdings" panose="020B0503020102020204" pitchFamily="34" charset="0"/>
              <a:buChar char="Ø"/>
            </a:pPr>
            <a:r>
              <a:rPr lang="nl-NL" sz="2800" noProof="0"/>
              <a:t>Introductie van ons project</a:t>
            </a:r>
            <a:endParaRPr lang="nl-NL" noProof="0"/>
          </a:p>
          <a:p>
            <a:pPr marL="457200" indent="-457200" algn="l">
              <a:buFont typeface="Wingdings" panose="020B0503020102020204" pitchFamily="34" charset="0"/>
              <a:buChar char="Ø"/>
            </a:pPr>
            <a:r>
              <a:rPr lang="nl-NL" sz="2800" noProof="0"/>
              <a:t>Perspectief van het bedrijf</a:t>
            </a:r>
          </a:p>
          <a:p>
            <a:pPr marL="457200" indent="-457200" algn="l">
              <a:buFont typeface="Wingdings" panose="020B0503020102020204" pitchFamily="34" charset="0"/>
              <a:buChar char="Ø"/>
            </a:pPr>
            <a:r>
              <a:rPr lang="nl-NL" sz="2800" noProof="0"/>
              <a:t>Perspectief van de chauffeur</a:t>
            </a:r>
          </a:p>
          <a:p>
            <a:pPr marL="457200" indent="-457200" algn="l">
              <a:buFont typeface="Wingdings" panose="020B0503020102020204" pitchFamily="34" charset="0"/>
              <a:buChar char="Ø"/>
            </a:pPr>
            <a:r>
              <a:rPr lang="nl-NL" sz="2800" noProof="0"/>
              <a:t>Perspectief van de klant</a:t>
            </a:r>
          </a:p>
          <a:p>
            <a:pPr marL="457200" indent="-457200" algn="l">
              <a:buFont typeface="Wingdings" panose="020B0503020102020204" pitchFamily="34" charset="0"/>
              <a:buChar char="Ø"/>
            </a:pPr>
            <a:r>
              <a:rPr lang="nl-NL" sz="2800" noProof="0"/>
              <a:t>Database</a:t>
            </a:r>
          </a:p>
          <a:p>
            <a:pPr marL="457200" indent="-457200" algn="l">
              <a:buFont typeface="Wingdings" panose="020B0503020102020204" pitchFamily="34" charset="0"/>
              <a:buChar char="Ø"/>
            </a:pPr>
            <a:r>
              <a:rPr lang="nl-NL" sz="2800" noProof="0"/>
              <a:t>Basis van de algoritmes</a:t>
            </a:r>
          </a:p>
          <a:p>
            <a:pPr marL="457200" indent="-457200" algn="l">
              <a:buFont typeface="Wingdings" panose="020B0503020102020204" pitchFamily="34" charset="0"/>
              <a:buChar char="Ø"/>
            </a:pPr>
            <a:r>
              <a:rPr lang="nl-NL" sz="2800" noProof="0"/>
              <a:t>Extra's</a:t>
            </a:r>
          </a:p>
          <a:p>
            <a:pPr marL="457200" indent="-457200" algn="l">
              <a:buFont typeface="Wingdings" panose="020B0503020102020204" pitchFamily="34" charset="0"/>
              <a:buChar char="Ø"/>
            </a:pPr>
            <a:r>
              <a:rPr lang="nl-NL" sz="2800" noProof="0"/>
              <a:t>Beperkingen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97A38237-0495-4700-B771-FC7F14D1B013}"/>
              </a:ext>
            </a:extLst>
          </p:cNvPr>
          <p:cNvSpPr txBox="1"/>
          <p:nvPr/>
        </p:nvSpPr>
        <p:spPr>
          <a:xfrm>
            <a:off x="767552" y="413954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4800" noProof="0">
                <a:solidFill>
                  <a:schemeClr val="tx2"/>
                </a:solidFill>
              </a:rPr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97771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6190-2292-1E4B-5243-5E646409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4456"/>
          </a:xfrm>
        </p:spPr>
        <p:txBody>
          <a:bodyPr/>
          <a:lstStyle/>
          <a:p>
            <a:r>
              <a:rPr lang="nl-NL" noProof="0" dirty="0"/>
              <a:t>Introductie AGRIFLOW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50B0F-1929-F32F-B3B6-EB44788B4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3200" y="1961307"/>
            <a:ext cx="10495280" cy="20351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l-NL" noProof="0" dirty="0"/>
              <a:t>Hulp in logistiek tussen klant, werknemer en bedrijf.</a:t>
            </a:r>
          </a:p>
          <a:p>
            <a:pPr marL="0" indent="0">
              <a:buNone/>
            </a:pPr>
            <a:r>
              <a:rPr lang="nl-NL" noProof="0" dirty="0"/>
              <a:t>Kies </a:t>
            </a:r>
            <a:r>
              <a:rPr lang="nl-NL" noProof="0" dirty="0" err="1"/>
              <a:t>AgriFlow</a:t>
            </a:r>
            <a:r>
              <a:rPr lang="nl-NL" noProof="0" dirty="0"/>
              <a:t> voor uw bedrijf en </a:t>
            </a:r>
            <a:r>
              <a:rPr lang="nl-NL" dirty="0"/>
              <a:t>sta rechtstreeks in</a:t>
            </a:r>
            <a:r>
              <a:rPr lang="nl-NL" noProof="0" dirty="0"/>
              <a:t> connectie met klant en werknemer.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DBF93-DF0F-9E0F-2092-845C26BED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7741" y="3137461"/>
            <a:ext cx="3908917" cy="2316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nl-NL" noProof="0" dirty="0"/>
              <a:t>For </a:t>
            </a:r>
            <a:r>
              <a:rPr lang="nl-NL" noProof="0" dirty="0" err="1"/>
              <a:t>businesses</a:t>
            </a:r>
            <a:endParaRPr lang="nl-NL" noProof="0" dirty="0"/>
          </a:p>
          <a:p>
            <a:pPr marL="383540" indent="-383540"/>
            <a:r>
              <a:rPr lang="nl-NL" noProof="0" dirty="0" err="1"/>
              <a:t>Logistics</a:t>
            </a:r>
            <a:endParaRPr lang="nl-NL" noProof="0" dirty="0"/>
          </a:p>
          <a:p>
            <a:pPr marL="383540" indent="-383540"/>
            <a:r>
              <a:rPr lang="nl-NL" noProof="0" dirty="0" err="1"/>
              <a:t>One</a:t>
            </a:r>
            <a:r>
              <a:rPr lang="nl-NL" noProof="0" dirty="0"/>
              <a:t> app – </a:t>
            </a:r>
            <a:r>
              <a:rPr lang="nl-NL" noProof="0" dirty="0" err="1"/>
              <a:t>Two</a:t>
            </a:r>
            <a:r>
              <a:rPr lang="nl-NL" noProof="0" dirty="0"/>
              <a:t> </a:t>
            </a:r>
            <a:r>
              <a:rPr lang="nl-NL" noProof="0" dirty="0" err="1"/>
              <a:t>connections</a:t>
            </a:r>
            <a:endParaRPr lang="nl-NL" noProof="0" dirty="0"/>
          </a:p>
          <a:p>
            <a:pPr marL="383540" indent="-383540"/>
            <a:r>
              <a:rPr lang="nl-NL" noProof="0" dirty="0" err="1"/>
              <a:t>Userfriendly</a:t>
            </a:r>
            <a:endParaRPr lang="nl-NL" noProof="0" dirty="0"/>
          </a:p>
          <a:p>
            <a:pPr marL="383540" indent="-383540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67118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Klantbeoordeling met effen opvulling">
            <a:extLst>
              <a:ext uri="{FF2B5EF4-FFF2-40B4-BE49-F238E27FC236}">
                <a16:creationId xmlns:a16="http://schemas.microsoft.com/office/drawing/2014/main" id="{101BEB5F-D446-5B6C-62DC-9B27568ED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0640" y="2311400"/>
            <a:ext cx="2042160" cy="2042160"/>
          </a:xfrm>
          <a:prstGeom prst="rect">
            <a:avLst/>
          </a:prstGeom>
        </p:spPr>
      </p:pic>
      <p:pic>
        <p:nvPicPr>
          <p:cNvPr id="10" name="Graphic 9" descr="Open enveloppe met effen opvulling">
            <a:extLst>
              <a:ext uri="{FF2B5EF4-FFF2-40B4-BE49-F238E27FC236}">
                <a16:creationId xmlns:a16="http://schemas.microsoft.com/office/drawing/2014/main" id="{E5BA4969-BD49-1418-7631-7246B1632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1632" y="777908"/>
            <a:ext cx="1299807" cy="1299807"/>
          </a:xfrm>
          <a:prstGeom prst="rect">
            <a:avLst/>
          </a:prstGeom>
        </p:spPr>
      </p:pic>
      <p:pic>
        <p:nvPicPr>
          <p:cNvPr id="12" name="Graphic 11" descr="Groep mannen met effen opvulling">
            <a:extLst>
              <a:ext uri="{FF2B5EF4-FFF2-40B4-BE49-F238E27FC236}">
                <a16:creationId xmlns:a16="http://schemas.microsoft.com/office/drawing/2014/main" id="{0819021C-5ADE-B505-8539-5812C4291D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66922" y="3986739"/>
            <a:ext cx="1421060" cy="1421060"/>
          </a:xfrm>
          <a:prstGeom prst="rect">
            <a:avLst/>
          </a:prstGeom>
        </p:spPr>
      </p:pic>
      <p:pic>
        <p:nvPicPr>
          <p:cNvPr id="14" name="Graphic 13" descr="Vrachtwagen met effen opvulling">
            <a:extLst>
              <a:ext uri="{FF2B5EF4-FFF2-40B4-BE49-F238E27FC236}">
                <a16:creationId xmlns:a16="http://schemas.microsoft.com/office/drawing/2014/main" id="{4FFB2257-04FD-659D-E4AE-B750F98078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81632" y="3986737"/>
            <a:ext cx="1421059" cy="1421059"/>
          </a:xfrm>
          <a:prstGeom prst="rect">
            <a:avLst/>
          </a:prstGeom>
        </p:spPr>
      </p:pic>
      <p:pic>
        <p:nvPicPr>
          <p:cNvPr id="31" name="Graphic 30" descr="Boerderijomgeving met effen opvulling">
            <a:extLst>
              <a:ext uri="{FF2B5EF4-FFF2-40B4-BE49-F238E27FC236}">
                <a16:creationId xmlns:a16="http://schemas.microsoft.com/office/drawing/2014/main" id="{3C843E1B-0892-DD91-F76D-1B821347D2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06285" y="3813347"/>
            <a:ext cx="1421058" cy="1421058"/>
          </a:xfrm>
          <a:prstGeom prst="rect">
            <a:avLst/>
          </a:prstGeom>
        </p:spPr>
      </p:pic>
      <p:pic>
        <p:nvPicPr>
          <p:cNvPr id="33" name="Graphic 32" descr="Lijn met pijl: Lichte curve met effen opvulling">
            <a:extLst>
              <a:ext uri="{FF2B5EF4-FFF2-40B4-BE49-F238E27FC236}">
                <a16:creationId xmlns:a16="http://schemas.microsoft.com/office/drawing/2014/main" id="{AF4FB5E7-873A-3464-AEBB-07CD489AC2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824050">
            <a:off x="2895461" y="4320005"/>
            <a:ext cx="914400" cy="914400"/>
          </a:xfrm>
          <a:prstGeom prst="rect">
            <a:avLst/>
          </a:prstGeom>
        </p:spPr>
      </p:pic>
      <p:pic>
        <p:nvPicPr>
          <p:cNvPr id="34" name="Graphic 33" descr="Lijn met pijl: Lichte curve met effen opvulling">
            <a:extLst>
              <a:ext uri="{FF2B5EF4-FFF2-40B4-BE49-F238E27FC236}">
                <a16:creationId xmlns:a16="http://schemas.microsoft.com/office/drawing/2014/main" id="{A893403C-0718-7DBD-5BE7-978989BEFC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0822901" flipV="1">
            <a:off x="2895600" y="1397000"/>
            <a:ext cx="914400" cy="914400"/>
          </a:xfrm>
          <a:prstGeom prst="rect">
            <a:avLst/>
          </a:prstGeom>
        </p:spPr>
      </p:pic>
      <p:pic>
        <p:nvPicPr>
          <p:cNvPr id="35" name="Graphic 34" descr="Lijn met pijl: Lichte curve met effen opvulling">
            <a:extLst>
              <a:ext uri="{FF2B5EF4-FFF2-40B4-BE49-F238E27FC236}">
                <a16:creationId xmlns:a16="http://schemas.microsoft.com/office/drawing/2014/main" id="{661FD645-F1B2-9E48-4889-69708E022F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V="1">
            <a:off x="6096000" y="1061905"/>
            <a:ext cx="914400" cy="853066"/>
          </a:xfrm>
          <a:prstGeom prst="rect">
            <a:avLst/>
          </a:prstGeom>
        </p:spPr>
      </p:pic>
      <p:pic>
        <p:nvPicPr>
          <p:cNvPr id="36" name="Graphic 35" descr="Lijn met pijl: Lichte curve met effen opvulling">
            <a:extLst>
              <a:ext uri="{FF2B5EF4-FFF2-40B4-BE49-F238E27FC236}">
                <a16:creationId xmlns:a16="http://schemas.microsoft.com/office/drawing/2014/main" id="{7575BA2E-F74B-A56F-FF96-A44C715E873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641094" flipV="1">
            <a:off x="4425717" y="2388024"/>
            <a:ext cx="3340564" cy="1039676"/>
          </a:xfrm>
          <a:prstGeom prst="rect">
            <a:avLst/>
          </a:prstGeom>
        </p:spPr>
      </p:pic>
      <p:pic>
        <p:nvPicPr>
          <p:cNvPr id="37" name="Graphic 36" descr="Lijn met pijl: Lichte curve met effen opvulling">
            <a:extLst>
              <a:ext uri="{FF2B5EF4-FFF2-40B4-BE49-F238E27FC236}">
                <a16:creationId xmlns:a16="http://schemas.microsoft.com/office/drawing/2014/main" id="{0173EC37-5F3E-10E5-52A1-581C4CEDF4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0" y="4493396"/>
            <a:ext cx="914400" cy="914400"/>
          </a:xfrm>
          <a:prstGeom prst="rect">
            <a:avLst/>
          </a:prstGeom>
        </p:spPr>
      </p:pic>
      <p:pic>
        <p:nvPicPr>
          <p:cNvPr id="38" name="Graphic 37" descr="Boer met effen opvulling">
            <a:extLst>
              <a:ext uri="{FF2B5EF4-FFF2-40B4-BE49-F238E27FC236}">
                <a16:creationId xmlns:a16="http://schemas.microsoft.com/office/drawing/2014/main" id="{3F84FD0E-F462-CAD6-73B2-5A88B551A7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16272" y="930308"/>
            <a:ext cx="1421060" cy="1421060"/>
          </a:xfrm>
          <a:prstGeom prst="rect">
            <a:avLst/>
          </a:prstGeom>
        </p:spPr>
      </p:pic>
      <p:grpSp>
        <p:nvGrpSpPr>
          <p:cNvPr id="40" name="Groep 39">
            <a:extLst>
              <a:ext uri="{FF2B5EF4-FFF2-40B4-BE49-F238E27FC236}">
                <a16:creationId xmlns:a16="http://schemas.microsoft.com/office/drawing/2014/main" id="{5D48B406-B2FD-D17E-FD27-97C57D301520}"/>
              </a:ext>
            </a:extLst>
          </p:cNvPr>
          <p:cNvGrpSpPr/>
          <p:nvPr/>
        </p:nvGrpSpPr>
        <p:grpSpPr>
          <a:xfrm>
            <a:off x="8673346" y="5300445"/>
            <a:ext cx="914401" cy="914401"/>
            <a:chOff x="8673346" y="5300445"/>
            <a:chExt cx="914401" cy="914401"/>
          </a:xfrm>
        </p:grpSpPr>
        <p:pic>
          <p:nvPicPr>
            <p:cNvPr id="29" name="Graphic 28" descr="Boer met effen opvulling">
              <a:extLst>
                <a:ext uri="{FF2B5EF4-FFF2-40B4-BE49-F238E27FC236}">
                  <a16:creationId xmlns:a16="http://schemas.microsoft.com/office/drawing/2014/main" id="{0808D9EF-4717-79EA-21C1-66EB09585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673346" y="5300445"/>
              <a:ext cx="914401" cy="914401"/>
            </a:xfrm>
            <a:prstGeom prst="rect">
              <a:avLst/>
            </a:prstGeom>
          </p:spPr>
        </p:pic>
        <p:sp>
          <p:nvSpPr>
            <p:cNvPr id="39" name="Boog 38">
              <a:extLst>
                <a:ext uri="{FF2B5EF4-FFF2-40B4-BE49-F238E27FC236}">
                  <a16:creationId xmlns:a16="http://schemas.microsoft.com/office/drawing/2014/main" id="{077FACF0-5A6D-F7BB-04E1-F178B34E8099}"/>
                </a:ext>
              </a:extLst>
            </p:cNvPr>
            <p:cNvSpPr/>
            <p:nvPr/>
          </p:nvSpPr>
          <p:spPr>
            <a:xfrm rot="8293267">
              <a:off x="9023928" y="5505393"/>
              <a:ext cx="167858" cy="191609"/>
            </a:xfrm>
            <a:prstGeom prst="arc">
              <a:avLst>
                <a:gd name="adj1" fmla="val 16200000"/>
                <a:gd name="adj2" fmla="val 20160198"/>
              </a:avLst>
            </a:prstGeom>
            <a:noFill/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6180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4A05B-92B8-83A2-D860-775FA77C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AFE301-C273-C70B-406F-6937196FD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6" r="-98" b="3540"/>
          <a:stretch>
            <a:fillRect/>
          </a:stretch>
        </p:blipFill>
        <p:spPr>
          <a:xfrm>
            <a:off x="1925928" y="1170214"/>
            <a:ext cx="9395599" cy="5191127"/>
          </a:xfrm>
          <a:prstGeom prst="rect">
            <a:avLst/>
          </a:prstGeom>
          <a:ln w="57150">
            <a:solidFill>
              <a:schemeClr val="tx2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CAAF32-BE43-DFF7-17E1-1809E96A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493" y="291192"/>
            <a:ext cx="6902195" cy="11661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nl-NL" sz="3400" cap="all" noProof="0"/>
              <a:t>Perspectief van </a:t>
            </a:r>
            <a:r>
              <a:rPr lang="nl-NL" sz="3400" cap="all"/>
              <a:t>HET BEDRIJF</a:t>
            </a:r>
            <a:br>
              <a:rPr lang="nl-NL" sz="3400" cap="all" noProof="0"/>
            </a:br>
            <a:endParaRPr lang="nl-NL" sz="3400" cap="all" noProof="0"/>
          </a:p>
        </p:txBody>
      </p:sp>
      <p:sp>
        <p:nvSpPr>
          <p:cNvPr id="8" name="Pijl: omhoog 4">
            <a:extLst>
              <a:ext uri="{FF2B5EF4-FFF2-40B4-BE49-F238E27FC236}">
                <a16:creationId xmlns:a16="http://schemas.microsoft.com/office/drawing/2014/main" id="{10BFD200-827A-8DDF-C629-25748198D9E7}"/>
              </a:ext>
            </a:extLst>
          </p:cNvPr>
          <p:cNvSpPr/>
          <p:nvPr/>
        </p:nvSpPr>
        <p:spPr>
          <a:xfrm>
            <a:off x="3049469" y="1470948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14" name="Pijl: omhoog 4">
            <a:extLst>
              <a:ext uri="{FF2B5EF4-FFF2-40B4-BE49-F238E27FC236}">
                <a16:creationId xmlns:a16="http://schemas.microsoft.com/office/drawing/2014/main" id="{96ED3E3C-E83A-FC13-3319-3FC315523543}"/>
              </a:ext>
            </a:extLst>
          </p:cNvPr>
          <p:cNvSpPr/>
          <p:nvPr/>
        </p:nvSpPr>
        <p:spPr>
          <a:xfrm>
            <a:off x="4443358" y="3764859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17" name="Pijl: omhoog 4">
            <a:extLst>
              <a:ext uri="{FF2B5EF4-FFF2-40B4-BE49-F238E27FC236}">
                <a16:creationId xmlns:a16="http://schemas.microsoft.com/office/drawing/2014/main" id="{1AC3E27E-E0B8-3729-B54F-D15C41B56254}"/>
              </a:ext>
            </a:extLst>
          </p:cNvPr>
          <p:cNvSpPr/>
          <p:nvPr/>
        </p:nvSpPr>
        <p:spPr>
          <a:xfrm>
            <a:off x="4661441" y="1470948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13" name="Pijl: omhoog 8">
            <a:extLst>
              <a:ext uri="{FF2B5EF4-FFF2-40B4-BE49-F238E27FC236}">
                <a16:creationId xmlns:a16="http://schemas.microsoft.com/office/drawing/2014/main" id="{B5FE3D6F-19FE-FDD4-3721-A702919911D1}"/>
              </a:ext>
            </a:extLst>
          </p:cNvPr>
          <p:cNvSpPr/>
          <p:nvPr/>
        </p:nvSpPr>
        <p:spPr>
          <a:xfrm>
            <a:off x="3266485" y="3765637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91640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10725-E942-E3F6-274D-0488A326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B799F7-B5FC-EAA4-B922-4AA8B434C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813" y="1169458"/>
            <a:ext cx="9395617" cy="5193847"/>
          </a:xfrm>
          <a:prstGeom prst="rect">
            <a:avLst/>
          </a:prstGeom>
          <a:ln w="57150">
            <a:solidFill>
              <a:schemeClr val="tx2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F0FEEB-3CE3-3565-1890-AF5368EA1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493" y="291192"/>
            <a:ext cx="6902195" cy="11661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nl-NL" sz="3400" cap="all" noProof="0"/>
              <a:t>Perspectief van de </a:t>
            </a:r>
            <a:r>
              <a:rPr lang="nl-NL" sz="3400" cap="all" err="1"/>
              <a:t>CHauffeur</a:t>
            </a:r>
            <a:br>
              <a:rPr lang="nl-NL" sz="3400" cap="all" noProof="0"/>
            </a:br>
            <a:endParaRPr lang="nl-NL" sz="3400" cap="all" noProof="0"/>
          </a:p>
        </p:txBody>
      </p:sp>
      <p:sp>
        <p:nvSpPr>
          <p:cNvPr id="8" name="Pijl: omhoog 4">
            <a:extLst>
              <a:ext uri="{FF2B5EF4-FFF2-40B4-BE49-F238E27FC236}">
                <a16:creationId xmlns:a16="http://schemas.microsoft.com/office/drawing/2014/main" id="{45E06A97-B86A-0DC2-7803-13BCDD466BA1}"/>
              </a:ext>
            </a:extLst>
          </p:cNvPr>
          <p:cNvSpPr/>
          <p:nvPr/>
        </p:nvSpPr>
        <p:spPr>
          <a:xfrm>
            <a:off x="3396451" y="1470948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14" name="Pijl: omhoog 4">
            <a:extLst>
              <a:ext uri="{FF2B5EF4-FFF2-40B4-BE49-F238E27FC236}">
                <a16:creationId xmlns:a16="http://schemas.microsoft.com/office/drawing/2014/main" id="{94B320AF-72FF-5DDD-4AF1-796E12CEFA65}"/>
              </a:ext>
            </a:extLst>
          </p:cNvPr>
          <p:cNvSpPr/>
          <p:nvPr/>
        </p:nvSpPr>
        <p:spPr>
          <a:xfrm>
            <a:off x="3286751" y="3526734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17" name="Pijl: omhoog 4">
            <a:extLst>
              <a:ext uri="{FF2B5EF4-FFF2-40B4-BE49-F238E27FC236}">
                <a16:creationId xmlns:a16="http://schemas.microsoft.com/office/drawing/2014/main" id="{CBAAEB20-3EE6-3F79-D25D-754EE3A5659C}"/>
              </a:ext>
            </a:extLst>
          </p:cNvPr>
          <p:cNvSpPr/>
          <p:nvPr/>
        </p:nvSpPr>
        <p:spPr>
          <a:xfrm>
            <a:off x="3797387" y="1470948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68215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0B74B-3350-831B-41D9-06D8D414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6B7A-B53C-CF21-697E-787C8857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493" y="291192"/>
            <a:ext cx="6902195" cy="11661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nl-NL" sz="3400" cap="all" noProof="0"/>
              <a:t>Perspectief van de klant</a:t>
            </a:r>
            <a:br>
              <a:rPr lang="nl-NL" sz="3400" cap="all" noProof="0"/>
            </a:br>
            <a:endParaRPr lang="nl-NL" sz="3400" cap="all" noProof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290A3C-B273-D817-506F-A1AF5E64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" t="5183" r="573" b="5300"/>
          <a:stretch>
            <a:fillRect/>
          </a:stretch>
        </p:blipFill>
        <p:spPr>
          <a:xfrm>
            <a:off x="1929038" y="1167368"/>
            <a:ext cx="9389440" cy="5168729"/>
          </a:xfrm>
          <a:prstGeom prst="rect">
            <a:avLst/>
          </a:prstGeom>
          <a:ln w="57150">
            <a:solidFill>
              <a:schemeClr val="tx2"/>
            </a:solidFill>
          </a:ln>
        </p:spPr>
      </p:pic>
      <p:sp>
        <p:nvSpPr>
          <p:cNvPr id="8" name="Pijl: omhoog 4">
            <a:extLst>
              <a:ext uri="{FF2B5EF4-FFF2-40B4-BE49-F238E27FC236}">
                <a16:creationId xmlns:a16="http://schemas.microsoft.com/office/drawing/2014/main" id="{AFCBBC28-E9C4-DD75-A0A8-2102CDC5063B}"/>
              </a:ext>
            </a:extLst>
          </p:cNvPr>
          <p:cNvSpPr/>
          <p:nvPr/>
        </p:nvSpPr>
        <p:spPr>
          <a:xfrm>
            <a:off x="3750237" y="1579805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14" name="Pijl: omhoog 4">
            <a:extLst>
              <a:ext uri="{FF2B5EF4-FFF2-40B4-BE49-F238E27FC236}">
                <a16:creationId xmlns:a16="http://schemas.microsoft.com/office/drawing/2014/main" id="{0CFA259D-33A7-A268-D5A2-A5995A216ACB}"/>
              </a:ext>
            </a:extLst>
          </p:cNvPr>
          <p:cNvSpPr/>
          <p:nvPr/>
        </p:nvSpPr>
        <p:spPr>
          <a:xfrm>
            <a:off x="3395608" y="3431484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  <p:sp>
        <p:nvSpPr>
          <p:cNvPr id="17" name="Pijl: omhoog 4">
            <a:extLst>
              <a:ext uri="{FF2B5EF4-FFF2-40B4-BE49-F238E27FC236}">
                <a16:creationId xmlns:a16="http://schemas.microsoft.com/office/drawing/2014/main" id="{57CAA2C3-DCDA-5CD7-64E4-DEF6D74102DA}"/>
              </a:ext>
            </a:extLst>
          </p:cNvPr>
          <p:cNvSpPr/>
          <p:nvPr/>
        </p:nvSpPr>
        <p:spPr>
          <a:xfrm>
            <a:off x="4368887" y="1579805"/>
            <a:ext cx="216680" cy="48356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578485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09ADC9-6EAF-4268-9415-1ED5ECFA2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Tijdelijke aanduiding voor afbeelding 5" descr="Afbeelding met tekst, schermopname, diagram, nummer&#10;&#10;Door AI gegenereerde inhoud is mogelijk onjuist.">
            <a:extLst>
              <a:ext uri="{FF2B5EF4-FFF2-40B4-BE49-F238E27FC236}">
                <a16:creationId xmlns:a16="http://schemas.microsoft.com/office/drawing/2014/main" id="{5258EB65-210E-3181-5EFF-64E00CB8D191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F7047EC-511D-2DD1-FD63-55CF66411CA8}"/>
              </a:ext>
            </a:extLst>
          </p:cNvPr>
          <p:cNvSpPr txBox="1">
            <a:spLocks/>
          </p:cNvSpPr>
          <p:nvPr/>
        </p:nvSpPr>
        <p:spPr>
          <a:xfrm>
            <a:off x="1915128" y="1788454"/>
            <a:ext cx="8361229" cy="20982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7200" cap="all" noProof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91771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ijdelijke aanduiding voor afbeelding 5" descr="Afbeelding met tekst, schermopname, diagram, nummer&#10;&#10;Door AI gegenereerde inhoud is mogelijk onjuist.">
            <a:extLst>
              <a:ext uri="{FF2B5EF4-FFF2-40B4-BE49-F238E27FC236}">
                <a16:creationId xmlns:a16="http://schemas.microsoft.com/office/drawing/2014/main" id="{215A1933-7D85-5880-4F79-9FB60F17D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D128C-94CD-BA7D-60BF-3599972D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Algoritme</a:t>
            </a:r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FF12EC6-CB49-C250-AA31-D59D1A1BF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1189" y="191138"/>
            <a:ext cx="6490602" cy="647142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78A14-9DDC-63EA-2F6E-CE9FF84BC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900" y="1449968"/>
            <a:ext cx="2081130" cy="53583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12999"/>
              </a:lnSpc>
            </a:pPr>
            <a:r>
              <a:rPr lang="nl-NL" sz="2400" i="1" noProof="0"/>
              <a:t>Priority Scoring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3C08F4D-384D-8CD2-3F36-2194807DF6C2}"/>
              </a:ext>
            </a:extLst>
          </p:cNvPr>
          <p:cNvSpPr txBox="1">
            <a:spLocks/>
          </p:cNvSpPr>
          <p:nvPr/>
        </p:nvSpPr>
        <p:spPr>
          <a:xfrm>
            <a:off x="723900" y="2136678"/>
            <a:ext cx="4268470" cy="3730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503020102020204" pitchFamily="34" charset="0"/>
              <a:buChar char="•"/>
            </a:pPr>
            <a:r>
              <a:rPr lang="nl-NL" noProof="0"/>
              <a:t>Prioriteitsscore (0-100) voor elke </a:t>
            </a:r>
            <a:r>
              <a:rPr lang="nl-NL"/>
              <a:t>bestelling</a:t>
            </a:r>
            <a:endParaRPr lang="nl-NL" noProof="0"/>
          </a:p>
          <a:p>
            <a:pPr marL="285750" indent="-285750">
              <a:lnSpc>
                <a:spcPct val="112999"/>
              </a:lnSpc>
              <a:buFont typeface="Arial" panose="020B0503020102020204" pitchFamily="34" charset="0"/>
              <a:buChar char="•"/>
            </a:pPr>
            <a:r>
              <a:rPr lang="nl-NL" noProof="0">
                <a:ea typeface="+mn-lt"/>
                <a:cs typeface="+mn-lt"/>
              </a:rPr>
              <a:t>Houdt rekening met deadline-urgentie, gewicht en ouderdom van het order</a:t>
            </a:r>
          </a:p>
          <a:p>
            <a:pPr marL="285750" indent="-285750">
              <a:lnSpc>
                <a:spcPct val="112999"/>
              </a:lnSpc>
              <a:buFont typeface="Arial" panose="020B0503020102020204" pitchFamily="34" charset="0"/>
              <a:buChar char="•"/>
            </a:pPr>
            <a:r>
              <a:rPr lang="nl-NL" noProof="0">
                <a:ea typeface="+mn-lt"/>
                <a:cs typeface="+mn-lt"/>
              </a:rPr>
              <a:t>Hogere score = dringender order</a:t>
            </a:r>
          </a:p>
          <a:p>
            <a:pPr>
              <a:lnSpc>
                <a:spcPct val="112999"/>
              </a:lnSpc>
            </a:pPr>
            <a:endParaRPr lang="nl-NL" noProof="0"/>
          </a:p>
        </p:txBody>
      </p:sp>
      <p:pic>
        <p:nvPicPr>
          <p:cNvPr id="9" name="Tijdelijke aanduiding voor afbeelding 5" descr="Afbeelding met tekst, schermopname, diagram, nummer&#10;&#10;Door AI gegenereerde inhoud is mogelijk onjuist.">
            <a:extLst>
              <a:ext uri="{FF2B5EF4-FFF2-40B4-BE49-F238E27FC236}">
                <a16:creationId xmlns:a16="http://schemas.microsoft.com/office/drawing/2014/main" id="{26222149-0E67-9E0D-7985-E5DD9C9425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>
            <a:fillRect/>
          </a:stretch>
        </p:blipFill>
        <p:spPr>
          <a:xfrm>
            <a:off x="-108837" y="7388688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21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FC238-7930-91AC-6C6A-33503184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1EED-0F74-7179-C567-0639B2C1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Algoritme</a:t>
            </a:r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0CA1521-C06C-A6E2-E99A-CC6061083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1189" y="1760343"/>
            <a:ext cx="6490602" cy="333301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3375B-2619-A740-CBB7-58CD098A0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900" y="1449968"/>
            <a:ext cx="2081130" cy="53583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12999"/>
              </a:lnSpc>
            </a:pPr>
            <a:r>
              <a:rPr lang="nl-NL" sz="2400" i="1" noProof="0"/>
              <a:t>Priority Scoring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7734495-5D3B-0D47-228A-BFFA06DB5944}"/>
              </a:ext>
            </a:extLst>
          </p:cNvPr>
          <p:cNvSpPr txBox="1">
            <a:spLocks/>
          </p:cNvSpPr>
          <p:nvPr/>
        </p:nvSpPr>
        <p:spPr>
          <a:xfrm>
            <a:off x="723900" y="1717322"/>
            <a:ext cx="4268470" cy="3730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noProof="0"/>
          </a:p>
          <a:p>
            <a:pPr marL="285750" indent="-285750">
              <a:lnSpc>
                <a:spcPct val="112999"/>
              </a:lnSpc>
              <a:buFont typeface="Arial" panose="020B0503020102020204" pitchFamily="34" charset="0"/>
              <a:buChar char="•"/>
            </a:pPr>
            <a:r>
              <a:rPr lang="nl-NL" noProof="0"/>
              <a:t>Orders worden automatisch gesorteerd van hoogste naar laagste prioriteit</a:t>
            </a:r>
          </a:p>
        </p:txBody>
      </p:sp>
    </p:spTree>
    <p:extLst>
      <p:ext uri="{BB962C8B-B14F-4D97-AF65-F5344CB8AC3E}">
        <p14:creationId xmlns:p14="http://schemas.microsoft.com/office/powerpoint/2010/main" val="3290004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E2A7C-25C8-49E7-777F-415639484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368A-C13D-DEB5-1EE6-6319839F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Algoritme</a:t>
            </a:r>
          </a:p>
        </p:txBody>
      </p:sp>
      <p:pic>
        <p:nvPicPr>
          <p:cNvPr id="10" name="Content Placeholder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945D036-088A-770C-6DFE-3C8780F67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0503" y="1138989"/>
            <a:ext cx="6633798" cy="4580833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C4921F6-E5CD-85AE-F064-491FA61373CA}"/>
              </a:ext>
            </a:extLst>
          </p:cNvPr>
          <p:cNvSpPr txBox="1">
            <a:spLocks/>
          </p:cNvSpPr>
          <p:nvPr/>
        </p:nvSpPr>
        <p:spPr>
          <a:xfrm>
            <a:off x="723900" y="1449968"/>
            <a:ext cx="4121652" cy="5358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2999"/>
              </a:lnSpc>
            </a:pPr>
            <a:r>
              <a:rPr lang="nl-NL" sz="2200" i="1" noProof="0"/>
              <a:t>Smart Driver </a:t>
            </a:r>
            <a:r>
              <a:rPr lang="nl-NL" sz="2200" i="1" noProof="0" err="1"/>
              <a:t>Suggestion</a:t>
            </a:r>
            <a:endParaRPr lang="nl-NL" sz="2200" i="1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6FB6698-3716-879F-3F12-D25285149669}"/>
              </a:ext>
            </a:extLst>
          </p:cNvPr>
          <p:cNvSpPr txBox="1">
            <a:spLocks/>
          </p:cNvSpPr>
          <p:nvPr/>
        </p:nvSpPr>
        <p:spPr>
          <a:xfrm>
            <a:off x="723899" y="2136678"/>
            <a:ext cx="4570671" cy="3730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2999"/>
              </a:lnSpc>
              <a:buFont typeface="Arial"/>
              <a:buChar char="•"/>
            </a:pPr>
            <a:r>
              <a:rPr lang="nl-NL" noProof="0">
                <a:ea typeface="+mn-lt"/>
                <a:cs typeface="+mn-lt"/>
              </a:rPr>
              <a:t>Selecteert de meest geschikte driver voor een order</a:t>
            </a:r>
            <a:endParaRPr lang="nl-NL" noProof="0"/>
          </a:p>
          <a:p>
            <a:pPr marL="285750" indent="-285750">
              <a:lnSpc>
                <a:spcPct val="112999"/>
              </a:lnSpc>
              <a:buFont typeface="Arial"/>
              <a:buChar char="•"/>
            </a:pPr>
            <a:r>
              <a:rPr lang="nl-NL" noProof="0">
                <a:ea typeface="+mn-lt"/>
                <a:cs typeface="+mn-lt"/>
              </a:rPr>
              <a:t>Analyseert per driver:</a:t>
            </a:r>
            <a:endParaRPr lang="nl-NL" noProof="0"/>
          </a:p>
          <a:p>
            <a:pPr marL="742950" lvl="1" indent="-285750">
              <a:lnSpc>
                <a:spcPct val="112999"/>
              </a:lnSpc>
              <a:buFont typeface="Courier New"/>
              <a:buChar char="o"/>
            </a:pPr>
            <a:r>
              <a:rPr lang="nl-NL" i="0" noProof="0">
                <a:ea typeface="+mn-lt"/>
                <a:cs typeface="+mn-lt"/>
              </a:rPr>
              <a:t>Beschikbare werkuren op de dag van de deadline</a:t>
            </a:r>
          </a:p>
          <a:p>
            <a:pPr marL="742950" lvl="1" indent="-285750">
              <a:lnSpc>
                <a:spcPct val="112999"/>
              </a:lnSpc>
              <a:buFont typeface="Courier New"/>
              <a:buChar char="o"/>
            </a:pPr>
            <a:r>
              <a:rPr lang="nl-NL" i="0" noProof="0">
                <a:ea typeface="+mn-lt"/>
                <a:cs typeface="+mn-lt"/>
              </a:rPr>
              <a:t>Huidige </a:t>
            </a:r>
            <a:r>
              <a:rPr lang="nl-NL" i="0" noProof="0" err="1">
                <a:ea typeface="+mn-lt"/>
                <a:cs typeface="+mn-lt"/>
              </a:rPr>
              <a:t>workload</a:t>
            </a:r>
            <a:endParaRPr lang="nl-NL" noProof="0">
              <a:ea typeface="+mn-lt"/>
              <a:cs typeface="+mn-lt"/>
            </a:endParaRPr>
          </a:p>
          <a:p>
            <a:pPr marL="742950" lvl="1" indent="-285750">
              <a:lnSpc>
                <a:spcPct val="112999"/>
              </a:lnSpc>
              <a:buFont typeface="Courier New"/>
              <a:buChar char="o"/>
            </a:pPr>
            <a:r>
              <a:rPr lang="nl-NL" i="0" noProof="0">
                <a:ea typeface="+mn-lt"/>
                <a:cs typeface="+mn-lt"/>
              </a:rPr>
              <a:t>Tijd die het nieuwe order inneemt</a:t>
            </a:r>
            <a:endParaRPr lang="nl-NL" noProof="0">
              <a:ea typeface="+mn-lt"/>
              <a:cs typeface="+mn-lt"/>
            </a:endParaRPr>
          </a:p>
          <a:p>
            <a:pPr>
              <a:lnSpc>
                <a:spcPct val="112999"/>
              </a:lnSpc>
            </a:pP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310504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4F19-512A-656A-3DCE-1CFB6F86A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01F5-52C1-13ED-E25E-71EA97DB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Algoritme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C1DF559-B627-A46F-3160-FF564D47A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2120" y="1012384"/>
            <a:ext cx="6662254" cy="4768984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C92209E-F1C6-2738-0BC9-B7E1E04B8DE6}"/>
              </a:ext>
            </a:extLst>
          </p:cNvPr>
          <p:cNvSpPr txBox="1">
            <a:spLocks/>
          </p:cNvSpPr>
          <p:nvPr/>
        </p:nvSpPr>
        <p:spPr>
          <a:xfrm>
            <a:off x="723900" y="1449968"/>
            <a:ext cx="4121652" cy="5358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2999"/>
              </a:lnSpc>
            </a:pPr>
            <a:r>
              <a:rPr lang="nl-NL" sz="2200" i="1" noProof="0"/>
              <a:t>Smart Driver </a:t>
            </a:r>
            <a:r>
              <a:rPr lang="nl-NL" sz="2200" i="1" noProof="0" err="1"/>
              <a:t>Suggestion</a:t>
            </a:r>
            <a:endParaRPr lang="nl-NL" sz="2200" i="1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C898512-933D-D3B7-19E4-122C583E1846}"/>
              </a:ext>
            </a:extLst>
          </p:cNvPr>
          <p:cNvSpPr txBox="1">
            <a:spLocks/>
          </p:cNvSpPr>
          <p:nvPr/>
        </p:nvSpPr>
        <p:spPr>
          <a:xfrm>
            <a:off x="723900" y="2136678"/>
            <a:ext cx="4268470" cy="3730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2999"/>
              </a:lnSpc>
              <a:buFont typeface="Arial,Sans-Serif"/>
              <a:buChar char="•"/>
            </a:pPr>
            <a:r>
              <a:rPr lang="nl-NL" sz="1400" noProof="0" dirty="0"/>
              <a:t>Berekening geeft een driver-score (0–100)</a:t>
            </a:r>
          </a:p>
          <a:p>
            <a:pPr marL="285750" indent="-285750">
              <a:lnSpc>
                <a:spcPct val="112999"/>
              </a:lnSpc>
              <a:buFont typeface="Arial,Sans-Serif"/>
              <a:buChar char="•"/>
            </a:pPr>
            <a:r>
              <a:rPr lang="nl-NL" sz="1400" noProof="0" dirty="0"/>
              <a:t>Algoritme kiest de driver waarbij het order realistisch in de planning past.</a:t>
            </a:r>
          </a:p>
          <a:p>
            <a:pPr marL="285750" indent="-285750">
              <a:lnSpc>
                <a:spcPct val="112999"/>
              </a:lnSpc>
              <a:buFont typeface="Arial,Sans-Serif"/>
              <a:buChar char="•"/>
            </a:pPr>
            <a:r>
              <a:rPr lang="nl-NL" sz="1400" noProof="0" dirty="0"/>
              <a:t>Geeft ook een uitleg/reden waarom die driver is gekozen</a:t>
            </a:r>
          </a:p>
        </p:txBody>
      </p:sp>
    </p:spTree>
    <p:extLst>
      <p:ext uri="{BB962C8B-B14F-4D97-AF65-F5344CB8AC3E}">
        <p14:creationId xmlns:p14="http://schemas.microsoft.com/office/powerpoint/2010/main" val="1035164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3B071-B964-F5DA-D0CC-43402DAF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F61A-48F9-791A-DF2A-9E68984E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Algoritme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BEF8717-AA63-DB86-3DB3-A6370B419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5656" b="51375"/>
          <a:stretch>
            <a:fillRect/>
          </a:stretch>
        </p:blipFill>
        <p:spPr>
          <a:xfrm>
            <a:off x="5560504" y="1713178"/>
            <a:ext cx="6631496" cy="2811964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D58D942-5D85-9D38-F528-C68757285CA2}"/>
              </a:ext>
            </a:extLst>
          </p:cNvPr>
          <p:cNvSpPr txBox="1">
            <a:spLocks/>
          </p:cNvSpPr>
          <p:nvPr/>
        </p:nvSpPr>
        <p:spPr>
          <a:xfrm>
            <a:off x="723900" y="1449968"/>
            <a:ext cx="4014257" cy="5358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2999"/>
              </a:lnSpc>
            </a:pPr>
            <a:r>
              <a:rPr lang="nl-NL" sz="2200" i="1" noProof="0"/>
              <a:t>Time </a:t>
            </a:r>
            <a:r>
              <a:rPr lang="nl-NL" sz="2200" i="1" noProof="0" err="1"/>
              <a:t>Calculation</a:t>
            </a:r>
            <a:endParaRPr lang="nl-NL" sz="2200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B5CE286-F16F-96BD-C425-044A9EC55ED4}"/>
              </a:ext>
            </a:extLst>
          </p:cNvPr>
          <p:cNvSpPr txBox="1">
            <a:spLocks/>
          </p:cNvSpPr>
          <p:nvPr/>
        </p:nvSpPr>
        <p:spPr>
          <a:xfrm>
            <a:off x="723900" y="2136678"/>
            <a:ext cx="4268470" cy="45643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2999"/>
              </a:lnSpc>
              <a:buFont typeface="Arial"/>
              <a:buChar char="•"/>
            </a:pPr>
            <a:r>
              <a:rPr lang="nl-NL" sz="1500" noProof="0" dirty="0">
                <a:ea typeface="+mn-lt"/>
                <a:cs typeface="+mn-lt"/>
              </a:rPr>
              <a:t>Totale uren per order berekenen</a:t>
            </a:r>
            <a:endParaRPr lang="nl-NL" noProof="0" dirty="0"/>
          </a:p>
          <a:p>
            <a:pPr marL="285750" indent="-285750">
              <a:lnSpc>
                <a:spcPct val="112999"/>
              </a:lnSpc>
              <a:buFont typeface="Arial"/>
              <a:buChar char="•"/>
            </a:pPr>
            <a:r>
              <a:rPr lang="nl-NL" noProof="0" dirty="0">
                <a:ea typeface="+mn-lt"/>
                <a:cs typeface="+mn-lt"/>
              </a:rPr>
              <a:t>Gebaseerd op:</a:t>
            </a:r>
            <a:endParaRPr lang="nl-NL" noProof="0" dirty="0"/>
          </a:p>
          <a:p>
            <a:pPr marL="742950" lvl="1" indent="-285750">
              <a:lnSpc>
                <a:spcPct val="112999"/>
              </a:lnSpc>
              <a:buFont typeface="Arial"/>
              <a:buChar char="•"/>
            </a:pPr>
            <a:r>
              <a:rPr lang="nl-NL" i="0" noProof="0" dirty="0">
                <a:ea typeface="+mn-lt"/>
                <a:cs typeface="+mn-lt"/>
              </a:rPr>
              <a:t>Gewicht (kg)</a:t>
            </a:r>
            <a:endParaRPr lang="nl-NL" i="0" noProof="0" dirty="0"/>
          </a:p>
          <a:p>
            <a:pPr marL="742950" lvl="1" indent="-285750">
              <a:lnSpc>
                <a:spcPct val="112999"/>
              </a:lnSpc>
              <a:buFont typeface="Arial"/>
              <a:buChar char="•"/>
            </a:pPr>
            <a:r>
              <a:rPr lang="nl-NL" i="0" noProof="0" dirty="0">
                <a:ea typeface="+mn-lt"/>
                <a:cs typeface="+mn-lt"/>
              </a:rPr>
              <a:t>Taaktype-specifieke tijd per 1000 kg</a:t>
            </a:r>
            <a:endParaRPr lang="nl-NL" i="0" noProof="0" dirty="0"/>
          </a:p>
          <a:p>
            <a:pPr marL="742950" lvl="1" indent="-285750">
              <a:buFont typeface="Arial"/>
              <a:buChar char="•"/>
            </a:pPr>
            <a:r>
              <a:rPr lang="nl-NL" i="0" noProof="0" dirty="0">
                <a:ea typeface="+mn-lt"/>
                <a:cs typeface="+mn-lt"/>
              </a:rPr>
              <a:t>vaste reistijd</a:t>
            </a:r>
          </a:p>
          <a:p>
            <a:pPr marL="742950" lvl="1" indent="-285750">
              <a:buFont typeface="Arial"/>
              <a:buChar char="•"/>
            </a:pPr>
            <a:endParaRPr lang="nl-NL" i="0" noProof="0" dirty="0">
              <a:ea typeface="+mn-lt"/>
              <a:cs typeface="+mn-lt"/>
            </a:endParaRPr>
          </a:p>
          <a:p>
            <a:pPr marL="285750" indent="-285750">
              <a:lnSpc>
                <a:spcPct val="112999"/>
              </a:lnSpc>
              <a:buFont typeface="Arial"/>
              <a:buChar char="•"/>
            </a:pPr>
            <a:r>
              <a:rPr lang="nl-NL" sz="1400" noProof="0" dirty="0">
                <a:ea typeface="+mn-lt"/>
                <a:cs typeface="+mn-lt"/>
              </a:rPr>
              <a:t>Wordt gebruikt om:</a:t>
            </a:r>
          </a:p>
          <a:p>
            <a:pPr marL="742950" lvl="1" indent="-285750">
              <a:lnSpc>
                <a:spcPct val="112999"/>
              </a:lnSpc>
              <a:buFont typeface="Arial"/>
              <a:buChar char="•"/>
            </a:pPr>
            <a:r>
              <a:rPr lang="nl-NL" sz="1500" i="0" noProof="0" dirty="0">
                <a:ea typeface="+mn-lt"/>
                <a:cs typeface="+mn-lt"/>
              </a:rPr>
              <a:t>Orderduur te voorspellen</a:t>
            </a:r>
            <a:endParaRPr lang="nl-NL" sz="1200" i="0" noProof="0" dirty="0">
              <a:ea typeface="+mn-lt"/>
              <a:cs typeface="+mn-lt"/>
            </a:endParaRPr>
          </a:p>
          <a:p>
            <a:pPr marL="742950" lvl="1" indent="-285750">
              <a:lnSpc>
                <a:spcPct val="112999"/>
              </a:lnSpc>
              <a:buFont typeface="Arial"/>
              <a:buChar char="•"/>
            </a:pPr>
            <a:r>
              <a:rPr lang="nl-NL" i="0" dirty="0">
                <a:ea typeface="+mn-lt"/>
                <a:cs typeface="+mn-lt"/>
              </a:rPr>
              <a:t>Driver workload</a:t>
            </a:r>
            <a:r>
              <a:rPr lang="nl-NL" i="0" noProof="0" dirty="0">
                <a:ea typeface="+mn-lt"/>
                <a:cs typeface="+mn-lt"/>
              </a:rPr>
              <a:t> correct op te bouwen</a:t>
            </a:r>
            <a:endParaRPr lang="nl-NL" i="0" noProof="0" dirty="0"/>
          </a:p>
          <a:p>
            <a:pPr marL="742950" lvl="1" indent="-285750">
              <a:lnSpc>
                <a:spcPct val="112999"/>
              </a:lnSpc>
              <a:buFont typeface="Arial"/>
              <a:buChar char="•"/>
            </a:pPr>
            <a:r>
              <a:rPr lang="nl-NL" i="0" noProof="0" dirty="0">
                <a:ea typeface="+mn-lt"/>
                <a:cs typeface="+mn-lt"/>
              </a:rPr>
              <a:t>Beschikbaarheid te bepalen</a:t>
            </a:r>
          </a:p>
          <a:p>
            <a:pPr marL="285750" indent="-285750">
              <a:lnSpc>
                <a:spcPct val="112999"/>
              </a:lnSpc>
              <a:buFont typeface="Arial"/>
              <a:buChar char="•"/>
            </a:pP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4485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530C-9431-119F-CB0F-0137A096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9DB5-F836-C355-1DBD-32F04A91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Algoritme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D140771-3E53-6A09-F072-2338C2948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0275" y="1142893"/>
            <a:ext cx="6644026" cy="4567912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2FB2205-068B-D9B6-34BA-C519BD9BBE47}"/>
              </a:ext>
            </a:extLst>
          </p:cNvPr>
          <p:cNvSpPr txBox="1">
            <a:spLocks/>
          </p:cNvSpPr>
          <p:nvPr/>
        </p:nvSpPr>
        <p:spPr>
          <a:xfrm>
            <a:off x="723900" y="1449968"/>
            <a:ext cx="4474525" cy="5358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2999"/>
              </a:lnSpc>
            </a:pPr>
            <a:r>
              <a:rPr lang="nl-NL" sz="2200" i="1" noProof="0" err="1"/>
              <a:t>Duplicate</a:t>
            </a:r>
            <a:r>
              <a:rPr lang="nl-NL" sz="2200" i="1" noProof="0"/>
              <a:t> filtering</a:t>
            </a:r>
            <a:endParaRPr lang="nl-NL" sz="2200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38D377-1EBC-4687-DC52-C849D61459E6}"/>
              </a:ext>
            </a:extLst>
          </p:cNvPr>
          <p:cNvSpPr txBox="1">
            <a:spLocks/>
          </p:cNvSpPr>
          <p:nvPr/>
        </p:nvSpPr>
        <p:spPr>
          <a:xfrm>
            <a:off x="723900" y="2136678"/>
            <a:ext cx="4268470" cy="373072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2999"/>
              </a:lnSpc>
              <a:buFont typeface="Arial"/>
              <a:buChar char="•"/>
            </a:pPr>
            <a:r>
              <a:rPr lang="nl-NL" noProof="0">
                <a:ea typeface="+mn-lt"/>
                <a:cs typeface="+mn-lt"/>
              </a:rPr>
              <a:t>Detecteert dubbele orders op basis van:</a:t>
            </a:r>
            <a:endParaRPr lang="nl-NL" noProof="0"/>
          </a:p>
          <a:p>
            <a:pPr marL="742950" lvl="1" indent="-285750">
              <a:lnSpc>
                <a:spcPct val="112999"/>
              </a:lnSpc>
              <a:buFont typeface="Courier New"/>
              <a:buChar char="o"/>
            </a:pPr>
            <a:r>
              <a:rPr lang="nl-NL" i="0" noProof="0">
                <a:ea typeface="+mn-lt"/>
                <a:cs typeface="+mn-lt"/>
              </a:rPr>
              <a:t>Taaktype</a:t>
            </a:r>
            <a:endParaRPr lang="nl-NL" i="0" noProof="0"/>
          </a:p>
          <a:p>
            <a:pPr marL="742950" lvl="1" indent="-285750">
              <a:lnSpc>
                <a:spcPct val="112999"/>
              </a:lnSpc>
              <a:buFont typeface="Courier New"/>
              <a:buChar char="o"/>
            </a:pPr>
            <a:r>
              <a:rPr lang="nl-NL" i="0" noProof="0">
                <a:ea typeface="+mn-lt"/>
                <a:cs typeface="+mn-lt"/>
              </a:rPr>
              <a:t>Producttype</a:t>
            </a:r>
            <a:endParaRPr lang="nl-NL" i="0" noProof="0"/>
          </a:p>
          <a:p>
            <a:pPr marL="742950" lvl="1" indent="-285750">
              <a:lnSpc>
                <a:spcPct val="112999"/>
              </a:lnSpc>
              <a:buFont typeface="Courier New"/>
              <a:buChar char="o"/>
            </a:pPr>
            <a:r>
              <a:rPr lang="nl-NL" i="0" noProof="0">
                <a:ea typeface="+mn-lt"/>
                <a:cs typeface="+mn-lt"/>
              </a:rPr>
              <a:t>Adres</a:t>
            </a:r>
            <a:endParaRPr lang="nl-NL" i="0" noProof="0"/>
          </a:p>
          <a:p>
            <a:pPr marL="742950" lvl="1" indent="-285750">
              <a:lnSpc>
                <a:spcPct val="112999"/>
              </a:lnSpc>
              <a:buFont typeface="Courier New"/>
              <a:buChar char="o"/>
            </a:pPr>
            <a:r>
              <a:rPr lang="nl-NL" i="0" noProof="0">
                <a:ea typeface="+mn-lt"/>
                <a:cs typeface="+mn-lt"/>
              </a:rPr>
              <a:t>Bedrijf</a:t>
            </a:r>
            <a:endParaRPr lang="nl-NL" i="0" noProof="0"/>
          </a:p>
          <a:p>
            <a:pPr marL="742950" lvl="1" indent="-285750">
              <a:lnSpc>
                <a:spcPct val="112999"/>
              </a:lnSpc>
              <a:buFont typeface="Courier New"/>
              <a:buChar char="o"/>
            </a:pPr>
            <a:endParaRPr lang="nl-NL" noProof="0">
              <a:ea typeface="+mn-lt"/>
              <a:cs typeface="+mn-lt"/>
            </a:endParaRPr>
          </a:p>
          <a:p>
            <a:pPr marL="285750" indent="-285750">
              <a:lnSpc>
                <a:spcPct val="112999"/>
              </a:lnSpc>
              <a:buFont typeface="Arial"/>
              <a:buChar char="•"/>
            </a:pPr>
            <a:r>
              <a:rPr lang="nl-NL" noProof="0">
                <a:ea typeface="+mn-lt"/>
                <a:cs typeface="+mn-lt"/>
              </a:rPr>
              <a:t>Houdt per unieke combinatie slechts het laatste order bij</a:t>
            </a:r>
            <a:endParaRPr lang="nl-NL" noProof="0"/>
          </a:p>
          <a:p>
            <a:pPr marL="285750" indent="-285750">
              <a:lnSpc>
                <a:spcPct val="112999"/>
              </a:lnSpc>
              <a:buFont typeface="Arial"/>
              <a:buChar char="•"/>
            </a:pPr>
            <a:r>
              <a:rPr lang="nl-NL" noProof="0">
                <a:ea typeface="+mn-lt"/>
                <a:cs typeface="+mn-lt"/>
              </a:rPr>
              <a:t>Verwijdert overbodige duplicaten om verwerking te versnellen en fouten te vermijden</a:t>
            </a:r>
            <a:endParaRPr lang="nl-NL" noProof="0"/>
          </a:p>
          <a:p>
            <a:pPr>
              <a:lnSpc>
                <a:spcPct val="112999"/>
              </a:lnSpc>
            </a:pP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274853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F13A4-49F3-77A2-0449-E0383F67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1">
            <a:extLst>
              <a:ext uri="{FF2B5EF4-FFF2-40B4-BE49-F238E27FC236}">
                <a16:creationId xmlns:a16="http://schemas.microsoft.com/office/drawing/2014/main" id="{35F1240A-7C80-C51B-9D3B-636F60692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7D86D-5CF7-FC97-7D21-C83926B3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1" y="462280"/>
            <a:ext cx="3656419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noProof="0"/>
              <a:t>Extra's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20BFB0-44DD-ECAC-1CFA-937E2A903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 noProof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F03893F-6522-2CB2-D90B-539318FCF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0009" y="1447799"/>
            <a:ext cx="4642572" cy="5943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nl-NL" sz="2600"/>
              <a:t>Statistieken</a:t>
            </a:r>
            <a:endParaRPr lang="en-US" sz="2600"/>
          </a:p>
        </p:txBody>
      </p:sp>
      <p:pic>
        <p:nvPicPr>
          <p:cNvPr id="4" name="Afbeelding 6" descr="Afbeelding met tekst, schermopname, nummer, Parallel&#10;&#10;Door AI gegenereerde inhoud is mogelijk onjuist.">
            <a:extLst>
              <a:ext uri="{FF2B5EF4-FFF2-40B4-BE49-F238E27FC236}">
                <a16:creationId xmlns:a16="http://schemas.microsoft.com/office/drawing/2014/main" id="{2F4135A4-76CC-3A16-6274-AEC0C7390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009" y="2295230"/>
            <a:ext cx="7777751" cy="410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42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99009-4E4B-BA36-3E8F-D6AE2DB1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>
            <a:extLst>
              <a:ext uri="{FF2B5EF4-FFF2-40B4-BE49-F238E27FC236}">
                <a16:creationId xmlns:a16="http://schemas.microsoft.com/office/drawing/2014/main" id="{B0A7BA77-7419-60F3-426D-51C8AEF860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5" r="-196"/>
          <a:stretch>
            <a:fillRect/>
          </a:stretch>
        </p:blipFill>
        <p:spPr>
          <a:xfrm>
            <a:off x="8331199" y="1386840"/>
            <a:ext cx="2087881" cy="4749801"/>
          </a:xfrm>
          <a:prstGeom prst="rect">
            <a:avLst/>
          </a:prstGeom>
        </p:spPr>
      </p:pic>
      <p:pic>
        <p:nvPicPr>
          <p:cNvPr id="9" name="Afbeelding 8" descr="Afbeelding met Mobiele telefoon, schermopname, Mobiel apparaat, Draagbaar communicatietoestel&#10;&#10;Door AI gegenereerde inhoud is mogelijk onjuist.">
            <a:extLst>
              <a:ext uri="{FF2B5EF4-FFF2-40B4-BE49-F238E27FC236}">
                <a16:creationId xmlns:a16="http://schemas.microsoft.com/office/drawing/2014/main" id="{7CE2355D-32FB-2BDB-275E-22D8B173B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165" y="1249857"/>
            <a:ext cx="3273657" cy="5211770"/>
          </a:xfrm>
          <a:prstGeom prst="rect">
            <a:avLst/>
          </a:prstGeom>
        </p:spPr>
      </p:pic>
      <p:sp>
        <p:nvSpPr>
          <p:cNvPr id="10" name="Rectangle 11">
            <a:extLst>
              <a:ext uri="{FF2B5EF4-FFF2-40B4-BE49-F238E27FC236}">
                <a16:creationId xmlns:a16="http://schemas.microsoft.com/office/drawing/2014/main" id="{E996B2AA-8646-9FE0-66B6-80C9B5E50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6C6F1-9FB3-C0BB-28CD-145D6981D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1" y="462280"/>
            <a:ext cx="3656419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noProof="0"/>
              <a:t>Extra's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AAB94-583E-F5D4-3C63-30B2A658B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 noProof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BAE41C6-6694-ACFE-28CE-BB1AE6DED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0009" y="1556656"/>
            <a:ext cx="4697000" cy="485503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r>
              <a:rPr lang="nl-NL"/>
              <a:t>Toegankelijk op alle platformen</a:t>
            </a:r>
          </a:p>
        </p:txBody>
      </p:sp>
      <p:pic>
        <p:nvPicPr>
          <p:cNvPr id="5" name="Afbeelding 4" descr="Afbeelding met Elektronisch apparaat, gadget, Communicatieapparaat, Draagbaar communicatietoestel&#10;&#10;Door AI gegenereerde inhoud is mogelijk onjuist.">
            <a:extLst>
              <a:ext uri="{FF2B5EF4-FFF2-40B4-BE49-F238E27FC236}">
                <a16:creationId xmlns:a16="http://schemas.microsoft.com/office/drawing/2014/main" id="{EC914D6A-6F2D-9CF8-4686-589B41A9B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562" y="2282123"/>
            <a:ext cx="4452234" cy="3180522"/>
          </a:xfrm>
          <a:prstGeom prst="rect">
            <a:avLst/>
          </a:prstGeom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0BE902AC-529C-72CD-8CE3-B0990A3FE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7813" y="2488202"/>
            <a:ext cx="3718576" cy="271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12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47164-22EF-6B18-F77D-101BFBBC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1">
            <a:extLst>
              <a:ext uri="{FF2B5EF4-FFF2-40B4-BE49-F238E27FC236}">
                <a16:creationId xmlns:a16="http://schemas.microsoft.com/office/drawing/2014/main" id="{BD191D58-79D8-4CAD-ACEB-0E39C0901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98B75-B4A7-BD75-9DC6-E259A9E9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1" y="462280"/>
            <a:ext cx="3656419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noProof="0"/>
              <a:t>Extra's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F7A6C1-20E7-1FB9-06C2-8360FA1D3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 noProof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3F3A2DA1-57AF-AE7C-455F-DFFE535F7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0009" y="1447799"/>
            <a:ext cx="4642572" cy="5943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nl-NL" sz="2600"/>
              <a:t>Google </a:t>
            </a:r>
            <a:r>
              <a:rPr lang="nl-NL" sz="2600" err="1"/>
              <a:t>Maps</a:t>
            </a:r>
            <a:r>
              <a:rPr lang="nl-NL" sz="2600"/>
              <a:t> Link</a:t>
            </a:r>
            <a:endParaRPr lang="en-US"/>
          </a:p>
        </p:txBody>
      </p:sp>
      <p:pic>
        <p:nvPicPr>
          <p:cNvPr id="5" name="Afbeelding 6" descr="Afbeelding met tekst, schermopname, scherm, software&#10;&#10;Door AI gegenereerde inhoud is mogelijk onjuist.">
            <a:extLst>
              <a:ext uri="{FF2B5EF4-FFF2-40B4-BE49-F238E27FC236}">
                <a16:creationId xmlns:a16="http://schemas.microsoft.com/office/drawing/2014/main" id="{ECF02228-8A3E-984A-E769-0CC6D4A38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008" y="2197382"/>
            <a:ext cx="3421881" cy="428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21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46E84-2F8D-B439-C108-96C3DDC72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1">
            <a:extLst>
              <a:ext uri="{FF2B5EF4-FFF2-40B4-BE49-F238E27FC236}">
                <a16:creationId xmlns:a16="http://schemas.microsoft.com/office/drawing/2014/main" id="{D6CA03E9-B651-7FCF-8965-A4E3CCFB5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86619-E5DA-D48F-5E65-24D07A4B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1" y="462280"/>
            <a:ext cx="3656419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noProof="0"/>
              <a:t>Extra's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765D1-78DD-EE0D-494E-F2832A82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 noProof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99B5A0C-6B89-8678-E45A-BA0D36E05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0009" y="1179688"/>
            <a:ext cx="6801571" cy="86247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nl-NL" sz="2600"/>
              <a:t>Kopiëren van eerdere bestellingen</a:t>
            </a:r>
            <a:endParaRPr lang="en-US"/>
          </a:p>
        </p:txBody>
      </p:sp>
      <p:pic>
        <p:nvPicPr>
          <p:cNvPr id="4" name="Afbeelding 4" descr="Afbeelding met tekst, elektronica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1AE55EF9-6FC7-C30F-2297-ECFEE2298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008" y="2485814"/>
            <a:ext cx="6630537" cy="390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04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DF77CD97-FCDA-8E24-F484-AE3F9D73FF45}"/>
              </a:ext>
            </a:extLst>
          </p:cNvPr>
          <p:cNvSpPr txBox="1"/>
          <p:nvPr/>
        </p:nvSpPr>
        <p:spPr>
          <a:xfrm>
            <a:off x="865238" y="471948"/>
            <a:ext cx="438518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4000" noProof="0">
                <a:solidFill>
                  <a:schemeClr val="tx2"/>
                </a:solidFill>
              </a:rPr>
              <a:t>Beperkingen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51E3A6-36B7-EFE0-E4A9-4C010F0C8B33}"/>
              </a:ext>
            </a:extLst>
          </p:cNvPr>
          <p:cNvSpPr txBox="1">
            <a:spLocks/>
          </p:cNvSpPr>
          <p:nvPr/>
        </p:nvSpPr>
        <p:spPr>
          <a:xfrm>
            <a:off x="1110781" y="1667194"/>
            <a:ext cx="10707437" cy="23345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3540" indent="-383540"/>
            <a:r>
              <a:rPr lang="nl-NL" noProof="0" dirty="0"/>
              <a:t>API calls (direct </a:t>
            </a:r>
            <a:r>
              <a:rPr lang="nl-NL" noProof="0" dirty="0" err="1"/>
              <a:t>Supabase</a:t>
            </a:r>
            <a:r>
              <a:rPr lang="nl-NL" noProof="0" dirty="0"/>
              <a:t>), niet via </a:t>
            </a:r>
            <a:r>
              <a:rPr lang="nl-NL" noProof="0" dirty="0" err="1"/>
              <a:t>SQLAlchemy</a:t>
            </a:r>
            <a:r>
              <a:rPr lang="nl-NL" noProof="0" dirty="0"/>
              <a:t> -&gt; moeilijk om van DBMS te veranderen</a:t>
            </a:r>
          </a:p>
          <a:p>
            <a:pPr marL="383540" indent="-383540"/>
            <a:r>
              <a:rPr lang="nl-NL" dirty="0" err="1"/>
              <a:t>Bedrijfgeoriënteerd</a:t>
            </a:r>
            <a:r>
              <a:rPr lang="nl-NL" noProof="0" dirty="0"/>
              <a:t>, minder klantgericht</a:t>
            </a:r>
          </a:p>
          <a:p>
            <a:pPr marL="383540" indent="-383540"/>
            <a:r>
              <a:rPr lang="nl-NL" noProof="0" dirty="0"/>
              <a:t>Als chauffeur die van bedrijf verandert ben je verplicht een nieuw account te maken</a:t>
            </a:r>
          </a:p>
          <a:p>
            <a:pPr marL="383540" indent="-383540"/>
            <a:r>
              <a:rPr lang="nl-NL" dirty="0"/>
              <a:t>V</a:t>
            </a:r>
            <a:r>
              <a:rPr lang="nl-NL" noProof="0" dirty="0" err="1"/>
              <a:t>aste</a:t>
            </a:r>
            <a:r>
              <a:rPr lang="nl-NL" noProof="0" dirty="0"/>
              <a:t> reistijd in code van 45 minuten, kan door bedrijf niet aangepast worden</a:t>
            </a:r>
          </a:p>
        </p:txBody>
      </p:sp>
    </p:spTree>
    <p:extLst>
      <p:ext uri="{BB962C8B-B14F-4D97-AF65-F5344CB8AC3E}">
        <p14:creationId xmlns:p14="http://schemas.microsoft.com/office/powerpoint/2010/main" val="53082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013FCD-3C54-813C-73F7-4D4DF476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cap="all" noProof="0"/>
              <a:t>BEDANKT VOOR uw</a:t>
            </a:r>
            <a:br>
              <a:rPr lang="en-US" sz="5100" cap="all" noProof="0"/>
            </a:br>
            <a:r>
              <a:rPr lang="en-US" sz="5100" cap="all" noProof="0"/>
              <a:t>AANDACHT</a:t>
            </a:r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E09D60-EA83-AE4A-3DEB-A41620B2A41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939" y1="68677" x2="22939" y2="68677"/>
                        <a14:foregroundMark x1="29085" y1="71012" x2="29085" y2="71012"/>
                        <a14:foregroundMark x1="38231" y1="71401" x2="38231" y2="71401"/>
                        <a14:foregroundMark x1="46327" y1="72179" x2="46327" y2="72179"/>
                        <a14:foregroundMark x1="50675" y1="72374" x2="50675" y2="72374"/>
                        <a14:foregroundMark x1="57421" y1="73735" x2="57421" y2="73735"/>
                        <a14:foregroundMark x1="65967" y1="74903" x2="65967" y2="74903"/>
                        <a14:foregroundMark x1="76312" y1="74708" x2="76312" y2="74708"/>
                        <a14:backgroundMark x1="23088" y1="72374" x2="23088" y2="72374"/>
                        <a14:backgroundMark x1="39430" y1="71012" x2="39430" y2="71012"/>
                      </a14:backgroundRemoval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8428" y="1070514"/>
            <a:ext cx="6692805" cy="515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50703"/>
      </p:ext>
    </p:extLst>
  </p:cSld>
  <p:clrMapOvr>
    <a:masterClrMapping/>
  </p:clrMapOvr>
</p:sld>
</file>

<file path=ppt/theme/theme1.xml><?xml version="1.0" encoding="utf-8"?>
<a:theme xmlns:a="http://schemas.openxmlformats.org/drawingml/2006/main" name="Bijgesneden">
  <a:themeElements>
    <a:clrScheme name="Aangepast 4">
      <a:dk1>
        <a:sysClr val="windowText" lastClr="000000"/>
      </a:dk1>
      <a:lt1>
        <a:sysClr val="window" lastClr="FFFFFF"/>
      </a:lt1>
      <a:dk2>
        <a:srgbClr val="FEF3DA"/>
      </a:dk2>
      <a:lt2>
        <a:srgbClr val="198754"/>
      </a:lt2>
      <a:accent1>
        <a:srgbClr val="198754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ijgesneden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ijgesneden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TM10001105[[fn=Bijgesneden]]</Template>
  <TotalTime>0</TotalTime>
  <Words>347</Words>
  <Application>Microsoft Office PowerPoint</Application>
  <PresentationFormat>Breedbeeld</PresentationFormat>
  <Paragraphs>81</Paragraphs>
  <Slides>21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8" baseType="lpstr">
      <vt:lpstr>Aptos</vt:lpstr>
      <vt:lpstr>Arial</vt:lpstr>
      <vt:lpstr>Arial,Sans-Serif</vt:lpstr>
      <vt:lpstr>Courier New</vt:lpstr>
      <vt:lpstr>Franklin Gothic Book</vt:lpstr>
      <vt:lpstr>Wingdings</vt:lpstr>
      <vt:lpstr>Bijgesneden</vt:lpstr>
      <vt:lpstr>Agriflow</vt:lpstr>
      <vt:lpstr>PowerPoint-presentatie</vt:lpstr>
      <vt:lpstr>Introductie AGRIFLOW</vt:lpstr>
      <vt:lpstr>PowerPoint-presentatie</vt:lpstr>
      <vt:lpstr>Perspectief van HET BEDRIJF </vt:lpstr>
      <vt:lpstr>Perspectief van de CHauffeur </vt:lpstr>
      <vt:lpstr>Perspectief van de klant </vt:lpstr>
      <vt:lpstr>PowerPoint-presentatie</vt:lpstr>
      <vt:lpstr>PowerPoint-presentatie</vt:lpstr>
      <vt:lpstr>Algoritme</vt:lpstr>
      <vt:lpstr>Algoritme</vt:lpstr>
      <vt:lpstr>Algoritme</vt:lpstr>
      <vt:lpstr>Algoritme</vt:lpstr>
      <vt:lpstr>Algoritme</vt:lpstr>
      <vt:lpstr>Algoritme</vt:lpstr>
      <vt:lpstr>Extra's</vt:lpstr>
      <vt:lpstr>Extra's</vt:lpstr>
      <vt:lpstr>Extra's</vt:lpstr>
      <vt:lpstr>Extra's</vt:lpstr>
      <vt:lpstr>PowerPoint-presentatie</vt:lpstr>
      <vt:lpstr>BEDANKT VOOR uw AANDACHT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Agriflow</dc:title>
  <dc:creator>Laurien Deroo</dc:creator>
  <cp:lastModifiedBy>Laurien Deroo</cp:lastModifiedBy>
  <cp:revision>2</cp:revision>
  <dcterms:created xsi:type="dcterms:W3CDTF">2025-12-09T09:58:43Z</dcterms:created>
  <dcterms:modified xsi:type="dcterms:W3CDTF">2025-12-18T10:33:59Z</dcterms:modified>
</cp:coreProperties>
</file>